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9400" y="6268203"/>
            <a:ext cx="1752600" cy="5897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8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788"/>
                </a:lnTo>
                <a:lnTo>
                  <a:pt x="10439400" y="589788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9394" y="2622930"/>
            <a:ext cx="501142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829" y="2164841"/>
            <a:ext cx="4888230" cy="187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1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12192000" cy="951230"/>
            <a:chOff x="0" y="6095"/>
            <a:chExt cx="12192000" cy="951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81971" y="6095"/>
              <a:ext cx="2510028" cy="9509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095"/>
              <a:ext cx="9680575" cy="951230"/>
            </a:xfrm>
            <a:custGeom>
              <a:avLst/>
              <a:gdLst/>
              <a:ahLst/>
              <a:cxnLst/>
              <a:rect l="l" t="t" r="r" b="b"/>
              <a:pathLst>
                <a:path w="9680575" h="951230">
                  <a:moveTo>
                    <a:pt x="9680448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9680448" y="950976"/>
                  </a:lnTo>
                  <a:lnTo>
                    <a:pt x="9680448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46907" y="2402204"/>
            <a:ext cx="63969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5" b="1">
                <a:solidFill>
                  <a:srgbClr val="1F1F1F"/>
                </a:solidFill>
                <a:latin typeface="Calibri"/>
                <a:cs typeface="Calibri"/>
              </a:rPr>
              <a:t>Mobile</a:t>
            </a:r>
            <a:r>
              <a:rPr dirty="0" sz="3600" spc="-14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40" b="1">
                <a:solidFill>
                  <a:srgbClr val="1F1F1F"/>
                </a:solidFill>
                <a:latin typeface="Calibri"/>
                <a:cs typeface="Calibri"/>
              </a:rPr>
              <a:t>Application</a:t>
            </a:r>
            <a:r>
              <a:rPr dirty="0" sz="3600" spc="-14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1F1F1F"/>
                </a:solidFill>
                <a:latin typeface="Calibri"/>
                <a:cs typeface="Calibri"/>
              </a:rPr>
              <a:t>System</a:t>
            </a:r>
            <a:r>
              <a:rPr dirty="0" sz="3600" spc="-17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1F1F1F"/>
                </a:solidFill>
                <a:latin typeface="Calibri"/>
                <a:cs typeface="Calibri"/>
              </a:rPr>
              <a:t>Design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4176" y="3389833"/>
            <a:ext cx="6744334" cy="156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1F1F1F"/>
                </a:solidFill>
                <a:latin typeface="Calibri"/>
                <a:cs typeface="Calibri"/>
              </a:rPr>
              <a:t>(Chapter</a:t>
            </a:r>
            <a:r>
              <a:rPr dirty="0" sz="3600" spc="-8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25" b="1">
                <a:solidFill>
                  <a:srgbClr val="1F1F1F"/>
                </a:solidFill>
                <a:latin typeface="Calibri"/>
                <a:cs typeface="Calibri"/>
              </a:rPr>
              <a:t>5)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800" spc="-60" b="1">
                <a:latin typeface="Calibri"/>
                <a:cs typeface="Calibri"/>
              </a:rPr>
              <a:t>Course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Lecturer: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Nurul</a:t>
            </a:r>
            <a:r>
              <a:rPr dirty="0" sz="2800" spc="-95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Amera</a:t>
            </a:r>
            <a:r>
              <a:rPr dirty="0" sz="2800" spc="-130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Muhamad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Nazmi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625722" y="2359533"/>
            <a:ext cx="4944110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CLASS</a:t>
            </a:r>
            <a:r>
              <a:rPr dirty="0" sz="4800" spc="-60"/>
              <a:t> </a:t>
            </a:r>
            <a:r>
              <a:rPr dirty="0" sz="4800" spc="-10"/>
              <a:t>ACTIVITY</a:t>
            </a:r>
            <a:endParaRPr sz="4800"/>
          </a:p>
          <a:p>
            <a:pPr algn="ctr">
              <a:lnSpc>
                <a:spcPct val="100000"/>
              </a:lnSpc>
            </a:pPr>
            <a:r>
              <a:rPr dirty="0" sz="4800" spc="-60"/>
              <a:t>(Hands-</a:t>
            </a:r>
            <a:r>
              <a:rPr dirty="0" sz="4800"/>
              <a:t>On</a:t>
            </a:r>
            <a:r>
              <a:rPr dirty="0" sz="4800" spc="130"/>
              <a:t> </a:t>
            </a:r>
            <a:r>
              <a:rPr dirty="0" sz="4800" spc="-10"/>
              <a:t>Practice)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58292" y="197942"/>
            <a:ext cx="28416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dirty="0" sz="2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r>
              <a:rPr dirty="0" sz="2800" spc="-25" b="1">
                <a:solidFill>
                  <a:srgbClr val="FFFFFF"/>
                </a:solidFill>
                <a:latin typeface="Calibri"/>
                <a:cs typeface="Calibri"/>
              </a:rPr>
              <a:t> App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5564" y="1043939"/>
            <a:ext cx="2237232" cy="49697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7180" marR="70104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In</a:t>
            </a:r>
            <a:r>
              <a:rPr dirty="0" spc="-75"/>
              <a:t> </a:t>
            </a:r>
            <a:r>
              <a:rPr dirty="0"/>
              <a:t>this</a:t>
            </a:r>
            <a:r>
              <a:rPr dirty="0" spc="-75"/>
              <a:t> </a:t>
            </a:r>
            <a:r>
              <a:rPr dirty="0" spc="-35"/>
              <a:t>example,</a:t>
            </a:r>
            <a:r>
              <a:rPr dirty="0" spc="-120"/>
              <a:t> </a:t>
            </a:r>
            <a:r>
              <a:rPr dirty="0"/>
              <a:t>we</a:t>
            </a:r>
            <a:r>
              <a:rPr dirty="0" spc="-55"/>
              <a:t> </a:t>
            </a:r>
            <a:r>
              <a:rPr dirty="0"/>
              <a:t>will</a:t>
            </a:r>
            <a:r>
              <a:rPr dirty="0" spc="-95"/>
              <a:t> </a:t>
            </a:r>
            <a:r>
              <a:rPr dirty="0" spc="-10"/>
              <a:t>create</a:t>
            </a:r>
            <a:r>
              <a:rPr dirty="0" spc="-95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 spc="-10"/>
              <a:t>menu</a:t>
            </a:r>
            <a:r>
              <a:rPr dirty="0" spc="-110"/>
              <a:t> </a:t>
            </a:r>
            <a:r>
              <a:rPr dirty="0"/>
              <a:t>page</a:t>
            </a:r>
            <a:r>
              <a:rPr dirty="0" spc="-100"/>
              <a:t> </a:t>
            </a:r>
            <a:r>
              <a:rPr dirty="0"/>
              <a:t>using</a:t>
            </a:r>
            <a:r>
              <a:rPr dirty="0" spc="-120"/>
              <a:t> </a:t>
            </a:r>
            <a:r>
              <a:rPr dirty="0" spc="-10"/>
              <a:t>GridView 	widget.</a:t>
            </a:r>
          </a:p>
          <a:p>
            <a:pPr>
              <a:lnSpc>
                <a:spcPct val="100000"/>
              </a:lnSpc>
              <a:spcBef>
                <a:spcPts val="790"/>
              </a:spcBef>
            </a:pPr>
          </a:p>
          <a:p>
            <a:pPr algn="r" marR="5080">
              <a:lnSpc>
                <a:spcPct val="100000"/>
              </a:lnSpc>
            </a:pPr>
            <a:r>
              <a:rPr dirty="0" sz="1800" spc="-10"/>
              <a:t>Click</a:t>
            </a:r>
            <a:endParaRPr sz="180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3688" y="1043940"/>
            <a:ext cx="2223516" cy="495757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131053" y="2648711"/>
            <a:ext cx="965200" cy="1115060"/>
            <a:chOff x="5131053" y="2648711"/>
            <a:chExt cx="965200" cy="1115060"/>
          </a:xfrm>
        </p:grpSpPr>
        <p:sp>
          <p:nvSpPr>
            <p:cNvPr id="11" name="object 11"/>
            <p:cNvSpPr/>
            <p:nvPr/>
          </p:nvSpPr>
          <p:spPr>
            <a:xfrm>
              <a:off x="5131053" y="2702178"/>
              <a:ext cx="920115" cy="1061720"/>
            </a:xfrm>
            <a:custGeom>
              <a:avLst/>
              <a:gdLst/>
              <a:ahLst/>
              <a:cxnLst/>
              <a:rect l="l" t="t" r="r" b="b"/>
              <a:pathLst>
                <a:path w="920114" h="1061720">
                  <a:moveTo>
                    <a:pt x="910336" y="0"/>
                  </a:moveTo>
                  <a:lnTo>
                    <a:pt x="0" y="1053211"/>
                  </a:lnTo>
                  <a:lnTo>
                    <a:pt x="9651" y="1061466"/>
                  </a:lnTo>
                  <a:lnTo>
                    <a:pt x="919988" y="8382"/>
                  </a:lnTo>
                  <a:lnTo>
                    <a:pt x="910336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7386" y="2648711"/>
              <a:ext cx="78611" cy="8255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047990" y="3355594"/>
            <a:ext cx="732155" cy="465455"/>
            <a:chOff x="8047990" y="3355594"/>
            <a:chExt cx="732155" cy="465455"/>
          </a:xfrm>
        </p:grpSpPr>
        <p:sp>
          <p:nvSpPr>
            <p:cNvPr id="14" name="object 14"/>
            <p:cNvSpPr/>
            <p:nvPr/>
          </p:nvSpPr>
          <p:spPr>
            <a:xfrm>
              <a:off x="8054340" y="3361944"/>
              <a:ext cx="719455" cy="452755"/>
            </a:xfrm>
            <a:custGeom>
              <a:avLst/>
              <a:gdLst/>
              <a:ahLst/>
              <a:cxnLst/>
              <a:rect l="l" t="t" r="r" b="b"/>
              <a:pathLst>
                <a:path w="719454" h="452754">
                  <a:moveTo>
                    <a:pt x="493013" y="0"/>
                  </a:moveTo>
                  <a:lnTo>
                    <a:pt x="493013" y="113156"/>
                  </a:lnTo>
                  <a:lnTo>
                    <a:pt x="0" y="113156"/>
                  </a:lnTo>
                  <a:lnTo>
                    <a:pt x="0" y="339470"/>
                  </a:lnTo>
                  <a:lnTo>
                    <a:pt x="493013" y="339470"/>
                  </a:lnTo>
                  <a:lnTo>
                    <a:pt x="493013" y="452627"/>
                  </a:lnTo>
                  <a:lnTo>
                    <a:pt x="719327" y="226313"/>
                  </a:lnTo>
                  <a:lnTo>
                    <a:pt x="493013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054340" y="3361944"/>
              <a:ext cx="719455" cy="452755"/>
            </a:xfrm>
            <a:custGeom>
              <a:avLst/>
              <a:gdLst/>
              <a:ahLst/>
              <a:cxnLst/>
              <a:rect l="l" t="t" r="r" b="b"/>
              <a:pathLst>
                <a:path w="719454" h="452754">
                  <a:moveTo>
                    <a:pt x="0" y="113156"/>
                  </a:moveTo>
                  <a:lnTo>
                    <a:pt x="493013" y="113156"/>
                  </a:lnTo>
                  <a:lnTo>
                    <a:pt x="493013" y="0"/>
                  </a:lnTo>
                  <a:lnTo>
                    <a:pt x="719327" y="226313"/>
                  </a:lnTo>
                  <a:lnTo>
                    <a:pt x="493013" y="452627"/>
                  </a:lnTo>
                  <a:lnTo>
                    <a:pt x="493013" y="339470"/>
                  </a:lnTo>
                  <a:lnTo>
                    <a:pt x="0" y="339470"/>
                  </a:lnTo>
                  <a:lnTo>
                    <a:pt x="0" y="11315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026" y="1206753"/>
            <a:ext cx="4819650" cy="4057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new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Flutter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  <a:p>
            <a:pPr marL="297180" marR="670560" indent="-285115">
              <a:lnSpc>
                <a:spcPct val="100000"/>
              </a:lnSpc>
              <a:spcBef>
                <a:spcPts val="2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folder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80">
                <a:latin typeface="Calibri"/>
                <a:cs typeface="Calibri"/>
              </a:rPr>
              <a:t>sub-</a:t>
            </a:r>
            <a:r>
              <a:rPr dirty="0" sz="2400" spc="-10">
                <a:latin typeface="Calibri"/>
                <a:cs typeface="Calibri"/>
              </a:rPr>
              <a:t>folder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named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“assets”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“images”, 	respectively.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Copy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paste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resources</a:t>
            </a:r>
            <a:r>
              <a:rPr dirty="0" sz="2400" spc="-1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images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downloaded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Moodle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images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89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image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path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pubspec.yaml.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14515" y="1042416"/>
            <a:ext cx="3705225" cy="4541520"/>
            <a:chOff x="6414515" y="1042416"/>
            <a:chExt cx="3705225" cy="4541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4515" y="1042416"/>
              <a:ext cx="3704843" cy="45415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57009" y="2388869"/>
              <a:ext cx="2786380" cy="2589530"/>
            </a:xfrm>
            <a:custGeom>
              <a:avLst/>
              <a:gdLst/>
              <a:ahLst/>
              <a:cxnLst/>
              <a:rect l="l" t="t" r="r" b="b"/>
              <a:pathLst>
                <a:path w="2786379" h="2589529">
                  <a:moveTo>
                    <a:pt x="0" y="2589275"/>
                  </a:moveTo>
                  <a:lnTo>
                    <a:pt x="2785872" y="2589275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25892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1068" y="1025652"/>
            <a:ext cx="3534155" cy="432206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4474" y="2187905"/>
            <a:ext cx="4743450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1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three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subfolders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models</a:t>
            </a:r>
            <a:r>
              <a:rPr dirty="0" sz="2400" spc="-10">
                <a:latin typeface="Calibri"/>
                <a:cs typeface="Calibri"/>
              </a:rPr>
              <a:t>,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Calibri"/>
                <a:cs typeface="Calibri"/>
              </a:rPr>
              <a:t>screens</a:t>
            </a:r>
            <a:r>
              <a:rPr dirty="0" sz="2400" spc="-25">
                <a:latin typeface="Calibri"/>
                <a:cs typeface="Calibri"/>
              </a:rPr>
              <a:t>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widgets</a:t>
            </a:r>
            <a:r>
              <a:rPr dirty="0" sz="2400" spc="-10">
                <a:latin typeface="Calibri"/>
                <a:cs typeface="Calibri"/>
              </a:rPr>
              <a:t>,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inside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lib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62266" y="2140457"/>
            <a:ext cx="1828800" cy="1289685"/>
          </a:xfrm>
          <a:custGeom>
            <a:avLst/>
            <a:gdLst/>
            <a:ahLst/>
            <a:cxnLst/>
            <a:rect l="l" t="t" r="r" b="b"/>
            <a:pathLst>
              <a:path w="1828800" h="1289685">
                <a:moveTo>
                  <a:pt x="0" y="1289303"/>
                </a:moveTo>
                <a:lnTo>
                  <a:pt x="1828800" y="1289303"/>
                </a:lnTo>
                <a:lnTo>
                  <a:pt x="1828800" y="0"/>
                </a:lnTo>
                <a:lnTo>
                  <a:pt x="0" y="0"/>
                </a:lnTo>
                <a:lnTo>
                  <a:pt x="0" y="1289303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4474" y="2187905"/>
            <a:ext cx="4815205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main.dart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main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kictstart</a:t>
            </a:r>
            <a:r>
              <a:rPr dirty="0" sz="2400" spc="-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running.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7503" y="1478280"/>
            <a:ext cx="5896356" cy="33695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566" y="1840738"/>
            <a:ext cx="3868420" cy="258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dart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named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40">
                <a:latin typeface="Calibri"/>
                <a:cs typeface="Calibri"/>
              </a:rPr>
              <a:t>“category.dart”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models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  <a:p>
            <a:pPr marL="297180" marR="3479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Copy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paste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scripts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45">
                <a:latin typeface="Calibri"/>
                <a:cs typeface="Calibri"/>
              </a:rPr>
              <a:t>category.txt</a:t>
            </a:r>
            <a:r>
              <a:rPr dirty="0" sz="2400" spc="-1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40">
                <a:latin typeface="Calibri"/>
                <a:cs typeface="Calibri"/>
              </a:rPr>
              <a:t>category.dart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file.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66284" y="1066800"/>
            <a:ext cx="7473315" cy="4953000"/>
            <a:chOff x="4566284" y="1066800"/>
            <a:chExt cx="7473315" cy="4953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6284" y="2236469"/>
              <a:ext cx="2755391" cy="23850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69610" y="2898648"/>
              <a:ext cx="1626235" cy="379730"/>
            </a:xfrm>
            <a:custGeom>
              <a:avLst/>
              <a:gdLst/>
              <a:ahLst/>
              <a:cxnLst/>
              <a:rect l="l" t="t" r="r" b="b"/>
              <a:pathLst>
                <a:path w="1626234" h="379729">
                  <a:moveTo>
                    <a:pt x="0" y="379475"/>
                  </a:moveTo>
                  <a:lnTo>
                    <a:pt x="1626108" y="379475"/>
                  </a:lnTo>
                  <a:lnTo>
                    <a:pt x="1626108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7076" y="1066800"/>
              <a:ext cx="4692523" cy="4953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2171" y="1156207"/>
            <a:ext cx="3506470" cy="4294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1465" marR="178435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Create a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dart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named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“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menu_page.dart</a:t>
            </a:r>
            <a:r>
              <a:rPr dirty="0" sz="2000">
                <a:latin typeface="Calibri"/>
                <a:cs typeface="Calibri"/>
              </a:rPr>
              <a:t>”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screens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folder.</a:t>
            </a:r>
            <a:endParaRPr sz="2000">
              <a:latin typeface="Calibri"/>
              <a:cs typeface="Calibri"/>
            </a:endParaRPr>
          </a:p>
          <a:p>
            <a:pPr algn="just" marL="291465" marR="5080" indent="-27940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menu_page.dart</a:t>
            </a:r>
            <a:r>
              <a:rPr dirty="0" sz="2000" spc="1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file,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create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MenuPage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extends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StatelessWidget.</a:t>
            </a:r>
            <a:endParaRPr sz="2000">
              <a:latin typeface="Calibri"/>
              <a:cs typeface="Calibri"/>
            </a:endParaRPr>
          </a:p>
          <a:p>
            <a:pPr marL="299085" marR="169545" indent="-287020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spc="-10">
                <a:latin typeface="Calibri"/>
                <a:cs typeface="Calibri"/>
              </a:rPr>
              <a:t>Create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categories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function, </a:t>
            </a:r>
            <a:r>
              <a:rPr dirty="0" sz="2000" spc="-30">
                <a:latin typeface="Calibri"/>
                <a:cs typeface="Calibri"/>
              </a:rPr>
              <a:t>invokes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getAllCategories() function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extract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all </a:t>
            </a:r>
            <a:r>
              <a:rPr dirty="0" sz="2000" spc="-30">
                <a:latin typeface="Calibri"/>
                <a:cs typeface="Calibri"/>
              </a:rPr>
              <a:t>categories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10">
                <a:latin typeface="Calibri"/>
                <a:cs typeface="Calibri"/>
              </a:rPr>
              <a:t>class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36720" y="1787651"/>
            <a:ext cx="2921635" cy="3282950"/>
            <a:chOff x="4236720" y="1787651"/>
            <a:chExt cx="2921635" cy="3282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0" y="1787651"/>
              <a:ext cx="2921507" cy="32826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97018" y="4098797"/>
              <a:ext cx="1752600" cy="379730"/>
            </a:xfrm>
            <a:custGeom>
              <a:avLst/>
              <a:gdLst/>
              <a:ahLst/>
              <a:cxnLst/>
              <a:rect l="l" t="t" r="r" b="b"/>
              <a:pathLst>
                <a:path w="1752600" h="379729">
                  <a:moveTo>
                    <a:pt x="0" y="379475"/>
                  </a:moveTo>
                  <a:lnTo>
                    <a:pt x="1752599" y="379475"/>
                  </a:lnTo>
                  <a:lnTo>
                    <a:pt x="1752599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9207" y="1700783"/>
            <a:ext cx="4558284" cy="345643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413" y="2230374"/>
            <a:ext cx="3482975" cy="2465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31242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Scaffold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widget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MenuPage.</a:t>
            </a:r>
            <a:endParaRPr sz="2000">
              <a:latin typeface="Calibri"/>
              <a:cs typeface="Calibri"/>
            </a:endParaRPr>
          </a:p>
          <a:p>
            <a:pPr marL="299085" marR="152400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AppBar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1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setting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title.</a:t>
            </a:r>
            <a:endParaRPr sz="20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font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white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color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background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 blue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accent.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33315" y="1124711"/>
            <a:ext cx="3733800" cy="3877310"/>
            <a:chOff x="4433315" y="1124711"/>
            <a:chExt cx="3733800" cy="3877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3315" y="1124711"/>
              <a:ext cx="3733799" cy="38770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3449" y="2260853"/>
              <a:ext cx="3124200" cy="2552700"/>
            </a:xfrm>
            <a:custGeom>
              <a:avLst/>
              <a:gdLst/>
              <a:ahLst/>
              <a:cxnLst/>
              <a:rect l="l" t="t" r="r" b="b"/>
              <a:pathLst>
                <a:path w="3124200" h="2552700">
                  <a:moveTo>
                    <a:pt x="0" y="2552700"/>
                  </a:moveTo>
                  <a:lnTo>
                    <a:pt x="3124200" y="2552700"/>
                  </a:lnTo>
                  <a:lnTo>
                    <a:pt x="3124200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5756" y="2875788"/>
            <a:ext cx="2724911" cy="9525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709" y="1980133"/>
            <a:ext cx="2959100" cy="2770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Scaffold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widget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MenuPage.</a:t>
            </a:r>
            <a:endParaRPr sz="2000">
              <a:latin typeface="Calibri"/>
              <a:cs typeface="Calibri"/>
            </a:endParaRPr>
          </a:p>
          <a:p>
            <a:pPr marL="299085" marR="556895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AppBar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>
                <a:latin typeface="Calibri"/>
                <a:cs typeface="Calibri"/>
              </a:rPr>
              <a:t>setting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title.</a:t>
            </a:r>
            <a:endParaRPr sz="20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font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white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color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background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as </a:t>
            </a:r>
            <a:r>
              <a:rPr dirty="0" sz="2000">
                <a:latin typeface="Calibri"/>
                <a:cs typeface="Calibri"/>
              </a:rPr>
              <a:t>blue</a:t>
            </a:r>
            <a:r>
              <a:rPr dirty="0" sz="2000" spc="-10">
                <a:latin typeface="Calibri"/>
                <a:cs typeface="Calibri"/>
              </a:rPr>
              <a:t> accent.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28515" y="1054608"/>
            <a:ext cx="5257800" cy="4749165"/>
            <a:chOff x="4128515" y="1054608"/>
            <a:chExt cx="5257800" cy="4749165"/>
          </a:xfrm>
        </p:grpSpPr>
        <p:sp>
          <p:nvSpPr>
            <p:cNvPr id="4" name="object 4"/>
            <p:cNvSpPr/>
            <p:nvPr/>
          </p:nvSpPr>
          <p:spPr>
            <a:xfrm>
              <a:off x="4543805" y="2260854"/>
              <a:ext cx="3126105" cy="2552700"/>
            </a:xfrm>
            <a:custGeom>
              <a:avLst/>
              <a:gdLst/>
              <a:ahLst/>
              <a:cxnLst/>
              <a:rect l="l" t="t" r="r" b="b"/>
              <a:pathLst>
                <a:path w="3126104" h="2552700">
                  <a:moveTo>
                    <a:pt x="0" y="2552700"/>
                  </a:moveTo>
                  <a:lnTo>
                    <a:pt x="3125724" y="2552700"/>
                  </a:lnTo>
                  <a:lnTo>
                    <a:pt x="3125724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8515" y="1054608"/>
              <a:ext cx="5257799" cy="47487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46269" y="3083813"/>
              <a:ext cx="4837430" cy="2481580"/>
            </a:xfrm>
            <a:custGeom>
              <a:avLst/>
              <a:gdLst/>
              <a:ahLst/>
              <a:cxnLst/>
              <a:rect l="l" t="t" r="r" b="b"/>
              <a:pathLst>
                <a:path w="4837430" h="2481579">
                  <a:moveTo>
                    <a:pt x="0" y="2481072"/>
                  </a:moveTo>
                  <a:lnTo>
                    <a:pt x="4837176" y="2481072"/>
                  </a:lnTo>
                  <a:lnTo>
                    <a:pt x="4837176" y="0"/>
                  </a:lnTo>
                  <a:lnTo>
                    <a:pt x="0" y="0"/>
                  </a:lnTo>
                  <a:lnTo>
                    <a:pt x="0" y="2481072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4592"/>
            <a:ext cx="12192000" cy="6064885"/>
            <a:chOff x="0" y="164592"/>
            <a:chExt cx="12192000" cy="60648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4894" y="781164"/>
              <a:ext cx="5059807" cy="544804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64894" y="1524000"/>
              <a:ext cx="4150360" cy="2438400"/>
            </a:xfrm>
            <a:custGeom>
              <a:avLst/>
              <a:gdLst/>
              <a:ahLst/>
              <a:cxnLst/>
              <a:rect l="l" t="t" r="r" b="b"/>
              <a:pathLst>
                <a:path w="4150360" h="2438400">
                  <a:moveTo>
                    <a:pt x="0" y="406400"/>
                  </a:moveTo>
                  <a:lnTo>
                    <a:pt x="2793" y="359028"/>
                  </a:lnTo>
                  <a:lnTo>
                    <a:pt x="10668" y="313182"/>
                  </a:lnTo>
                  <a:lnTo>
                    <a:pt x="23621" y="269366"/>
                  </a:lnTo>
                  <a:lnTo>
                    <a:pt x="41275" y="227711"/>
                  </a:lnTo>
                  <a:lnTo>
                    <a:pt x="63245" y="188595"/>
                  </a:lnTo>
                  <a:lnTo>
                    <a:pt x="89281" y="152273"/>
                  </a:lnTo>
                  <a:lnTo>
                    <a:pt x="118999" y="118999"/>
                  </a:lnTo>
                  <a:lnTo>
                    <a:pt x="152145" y="89280"/>
                  </a:lnTo>
                  <a:lnTo>
                    <a:pt x="188468" y="63246"/>
                  </a:lnTo>
                  <a:lnTo>
                    <a:pt x="227583" y="41275"/>
                  </a:lnTo>
                  <a:lnTo>
                    <a:pt x="269239" y="23749"/>
                  </a:lnTo>
                  <a:lnTo>
                    <a:pt x="313181" y="10795"/>
                  </a:lnTo>
                  <a:lnTo>
                    <a:pt x="359029" y="2794"/>
                  </a:lnTo>
                  <a:lnTo>
                    <a:pt x="406400" y="0"/>
                  </a:lnTo>
                  <a:lnTo>
                    <a:pt x="3743705" y="0"/>
                  </a:lnTo>
                  <a:lnTo>
                    <a:pt x="3791077" y="2794"/>
                  </a:lnTo>
                  <a:lnTo>
                    <a:pt x="3836924" y="10795"/>
                  </a:lnTo>
                  <a:lnTo>
                    <a:pt x="3880739" y="23749"/>
                  </a:lnTo>
                  <a:lnTo>
                    <a:pt x="3922395" y="41275"/>
                  </a:lnTo>
                  <a:lnTo>
                    <a:pt x="3961510" y="63246"/>
                  </a:lnTo>
                  <a:lnTo>
                    <a:pt x="3997832" y="89280"/>
                  </a:lnTo>
                  <a:lnTo>
                    <a:pt x="4031106" y="118999"/>
                  </a:lnTo>
                  <a:lnTo>
                    <a:pt x="4060825" y="152273"/>
                  </a:lnTo>
                  <a:lnTo>
                    <a:pt x="4086859" y="188595"/>
                  </a:lnTo>
                  <a:lnTo>
                    <a:pt x="4108830" y="227711"/>
                  </a:lnTo>
                  <a:lnTo>
                    <a:pt x="4126356" y="269366"/>
                  </a:lnTo>
                  <a:lnTo>
                    <a:pt x="4139310" y="313182"/>
                  </a:lnTo>
                  <a:lnTo>
                    <a:pt x="4147311" y="359028"/>
                  </a:lnTo>
                  <a:lnTo>
                    <a:pt x="4150105" y="406400"/>
                  </a:lnTo>
                  <a:lnTo>
                    <a:pt x="4150105" y="2032000"/>
                  </a:lnTo>
                  <a:lnTo>
                    <a:pt x="4147311" y="2079371"/>
                  </a:lnTo>
                  <a:lnTo>
                    <a:pt x="4139310" y="2125218"/>
                  </a:lnTo>
                  <a:lnTo>
                    <a:pt x="4126356" y="2169033"/>
                  </a:lnTo>
                  <a:lnTo>
                    <a:pt x="4108830" y="2210689"/>
                  </a:lnTo>
                  <a:lnTo>
                    <a:pt x="4086859" y="2249805"/>
                  </a:lnTo>
                  <a:lnTo>
                    <a:pt x="4060825" y="2286127"/>
                  </a:lnTo>
                  <a:lnTo>
                    <a:pt x="4031106" y="2319401"/>
                  </a:lnTo>
                  <a:lnTo>
                    <a:pt x="3997832" y="2349119"/>
                  </a:lnTo>
                  <a:lnTo>
                    <a:pt x="3961510" y="2375154"/>
                  </a:lnTo>
                  <a:lnTo>
                    <a:pt x="3922395" y="2397125"/>
                  </a:lnTo>
                  <a:lnTo>
                    <a:pt x="3880739" y="2414651"/>
                  </a:lnTo>
                  <a:lnTo>
                    <a:pt x="3836924" y="2427605"/>
                  </a:lnTo>
                  <a:lnTo>
                    <a:pt x="3791077" y="2435606"/>
                  </a:lnTo>
                  <a:lnTo>
                    <a:pt x="3743705" y="2438400"/>
                  </a:lnTo>
                  <a:lnTo>
                    <a:pt x="406400" y="2438400"/>
                  </a:lnTo>
                  <a:lnTo>
                    <a:pt x="359029" y="2435606"/>
                  </a:lnTo>
                  <a:lnTo>
                    <a:pt x="313181" y="2427605"/>
                  </a:lnTo>
                  <a:lnTo>
                    <a:pt x="269239" y="2414651"/>
                  </a:lnTo>
                  <a:lnTo>
                    <a:pt x="227583" y="2397125"/>
                  </a:lnTo>
                  <a:lnTo>
                    <a:pt x="188468" y="2375154"/>
                  </a:lnTo>
                  <a:lnTo>
                    <a:pt x="152145" y="2349119"/>
                  </a:lnTo>
                  <a:lnTo>
                    <a:pt x="118999" y="2319401"/>
                  </a:lnTo>
                  <a:lnTo>
                    <a:pt x="89281" y="2286127"/>
                  </a:lnTo>
                  <a:lnTo>
                    <a:pt x="63245" y="2249805"/>
                  </a:lnTo>
                  <a:lnTo>
                    <a:pt x="41275" y="2210689"/>
                  </a:lnTo>
                  <a:lnTo>
                    <a:pt x="23621" y="2169033"/>
                  </a:lnTo>
                  <a:lnTo>
                    <a:pt x="10668" y="2125218"/>
                  </a:lnTo>
                  <a:lnTo>
                    <a:pt x="2793" y="2079371"/>
                  </a:lnTo>
                  <a:lnTo>
                    <a:pt x="0" y="2032000"/>
                  </a:lnTo>
                  <a:lnTo>
                    <a:pt x="0" y="40640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6711" y="665594"/>
            <a:ext cx="2504821" cy="5562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3131" y="1421714"/>
            <a:ext cx="3128645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menu_page.dart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file,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import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statement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import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category_grid_item.dart.</a:t>
            </a:r>
            <a:endParaRPr sz="2000">
              <a:latin typeface="Calibri"/>
              <a:cs typeface="Calibri"/>
            </a:endParaRPr>
          </a:p>
          <a:p>
            <a:pPr marL="299085" marR="362585" indent="-28702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loop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 spc="-30">
                <a:latin typeface="Calibri"/>
                <a:cs typeface="Calibri"/>
              </a:rPr>
              <a:t>generate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GridView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94734" y="2422779"/>
            <a:ext cx="4342130" cy="3749675"/>
            <a:chOff x="4094734" y="2422779"/>
            <a:chExt cx="4342130" cy="37496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4734" y="2422779"/>
              <a:ext cx="4341875" cy="37494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43400" y="3581400"/>
              <a:ext cx="3352800" cy="1981200"/>
            </a:xfrm>
            <a:custGeom>
              <a:avLst/>
              <a:gdLst/>
              <a:ahLst/>
              <a:cxnLst/>
              <a:rect l="l" t="t" r="r" b="b"/>
              <a:pathLst>
                <a:path w="3352800" h="1981200">
                  <a:moveTo>
                    <a:pt x="0" y="330200"/>
                  </a:moveTo>
                  <a:lnTo>
                    <a:pt x="3555" y="281431"/>
                  </a:lnTo>
                  <a:lnTo>
                    <a:pt x="13970" y="234823"/>
                  </a:lnTo>
                  <a:lnTo>
                    <a:pt x="30734" y="191007"/>
                  </a:lnTo>
                  <a:lnTo>
                    <a:pt x="53212" y="150368"/>
                  </a:lnTo>
                  <a:lnTo>
                    <a:pt x="81025" y="113537"/>
                  </a:lnTo>
                  <a:lnTo>
                    <a:pt x="113537" y="81025"/>
                  </a:lnTo>
                  <a:lnTo>
                    <a:pt x="150367" y="53212"/>
                  </a:lnTo>
                  <a:lnTo>
                    <a:pt x="191008" y="30733"/>
                  </a:lnTo>
                  <a:lnTo>
                    <a:pt x="234823" y="13970"/>
                  </a:lnTo>
                  <a:lnTo>
                    <a:pt x="281432" y="3555"/>
                  </a:lnTo>
                  <a:lnTo>
                    <a:pt x="330200" y="0"/>
                  </a:lnTo>
                  <a:lnTo>
                    <a:pt x="3022600" y="0"/>
                  </a:lnTo>
                  <a:lnTo>
                    <a:pt x="3071368" y="3555"/>
                  </a:lnTo>
                  <a:lnTo>
                    <a:pt x="3117977" y="13970"/>
                  </a:lnTo>
                  <a:lnTo>
                    <a:pt x="3161792" y="30733"/>
                  </a:lnTo>
                  <a:lnTo>
                    <a:pt x="3202431" y="53212"/>
                  </a:lnTo>
                  <a:lnTo>
                    <a:pt x="3239261" y="81025"/>
                  </a:lnTo>
                  <a:lnTo>
                    <a:pt x="3271774" y="113537"/>
                  </a:lnTo>
                  <a:lnTo>
                    <a:pt x="3299586" y="150368"/>
                  </a:lnTo>
                  <a:lnTo>
                    <a:pt x="3322066" y="191007"/>
                  </a:lnTo>
                  <a:lnTo>
                    <a:pt x="3338829" y="234823"/>
                  </a:lnTo>
                  <a:lnTo>
                    <a:pt x="3349244" y="281431"/>
                  </a:lnTo>
                  <a:lnTo>
                    <a:pt x="3352800" y="330200"/>
                  </a:lnTo>
                  <a:lnTo>
                    <a:pt x="3352800" y="1651000"/>
                  </a:lnTo>
                  <a:lnTo>
                    <a:pt x="3349244" y="1699768"/>
                  </a:lnTo>
                  <a:lnTo>
                    <a:pt x="3338829" y="1746377"/>
                  </a:lnTo>
                  <a:lnTo>
                    <a:pt x="3322066" y="1790191"/>
                  </a:lnTo>
                  <a:lnTo>
                    <a:pt x="3299586" y="1830832"/>
                  </a:lnTo>
                  <a:lnTo>
                    <a:pt x="3271774" y="1867662"/>
                  </a:lnTo>
                  <a:lnTo>
                    <a:pt x="3239261" y="1900174"/>
                  </a:lnTo>
                  <a:lnTo>
                    <a:pt x="3202431" y="1927987"/>
                  </a:lnTo>
                  <a:lnTo>
                    <a:pt x="3161792" y="1950465"/>
                  </a:lnTo>
                  <a:lnTo>
                    <a:pt x="3117977" y="1967230"/>
                  </a:lnTo>
                  <a:lnTo>
                    <a:pt x="3071368" y="1977644"/>
                  </a:lnTo>
                  <a:lnTo>
                    <a:pt x="3022600" y="1981200"/>
                  </a:lnTo>
                  <a:lnTo>
                    <a:pt x="330200" y="1981200"/>
                  </a:lnTo>
                  <a:lnTo>
                    <a:pt x="281432" y="1977644"/>
                  </a:lnTo>
                  <a:lnTo>
                    <a:pt x="234823" y="1967230"/>
                  </a:lnTo>
                  <a:lnTo>
                    <a:pt x="191008" y="1950465"/>
                  </a:lnTo>
                  <a:lnTo>
                    <a:pt x="150367" y="1927987"/>
                  </a:lnTo>
                  <a:lnTo>
                    <a:pt x="113537" y="1900174"/>
                  </a:lnTo>
                  <a:lnTo>
                    <a:pt x="81025" y="1867662"/>
                  </a:lnTo>
                  <a:lnTo>
                    <a:pt x="53212" y="1830832"/>
                  </a:lnTo>
                  <a:lnTo>
                    <a:pt x="30734" y="1790191"/>
                  </a:lnTo>
                  <a:lnTo>
                    <a:pt x="13970" y="1746377"/>
                  </a:lnTo>
                  <a:lnTo>
                    <a:pt x="3555" y="1699768"/>
                  </a:lnTo>
                  <a:lnTo>
                    <a:pt x="0" y="1651000"/>
                  </a:lnTo>
                  <a:lnTo>
                    <a:pt x="0" y="33020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94734" y="1148714"/>
            <a:ext cx="5163312" cy="86690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825" y="310642"/>
            <a:ext cx="5092700" cy="58673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2709" y="1980133"/>
            <a:ext cx="3436620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42989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named </a:t>
            </a:r>
            <a:r>
              <a:rPr dirty="0" sz="2000" spc="-10">
                <a:latin typeface="Calibri"/>
                <a:cs typeface="Calibri"/>
              </a:rPr>
              <a:t>‘category_grid_item.dart’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widgets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folder.</a:t>
            </a:r>
            <a:endParaRPr sz="20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  <a:tab pos="981710" algn="l"/>
              </a:tabLst>
            </a:pP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paste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scripts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from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30">
                <a:latin typeface="Calibri"/>
                <a:cs typeface="Calibri"/>
              </a:rPr>
              <a:t>‘category_grid_item.txt’ </a:t>
            </a:r>
            <a:r>
              <a:rPr dirty="0" sz="2000" spc="-3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 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folder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category_grid_item.dart.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74235" y="2221992"/>
            <a:ext cx="2226310" cy="2100580"/>
            <a:chOff x="4174235" y="2221992"/>
            <a:chExt cx="2226310" cy="21005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4235" y="2221992"/>
              <a:ext cx="2226310" cy="21000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95113" y="3429762"/>
              <a:ext cx="1584960" cy="379730"/>
            </a:xfrm>
            <a:custGeom>
              <a:avLst/>
              <a:gdLst/>
              <a:ahLst/>
              <a:cxnLst/>
              <a:rect l="l" t="t" r="r" b="b"/>
              <a:pathLst>
                <a:path w="1584960" h="379729">
                  <a:moveTo>
                    <a:pt x="0" y="379475"/>
                  </a:moveTo>
                  <a:lnTo>
                    <a:pt x="1584578" y="379475"/>
                  </a:lnTo>
                  <a:lnTo>
                    <a:pt x="1584578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323" y="946175"/>
            <a:ext cx="4034790" cy="46950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1128" y="3375659"/>
            <a:ext cx="1210055" cy="14005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202562" y="3331846"/>
            <a:ext cx="5299075" cy="2346325"/>
            <a:chOff x="2202562" y="3331846"/>
            <a:chExt cx="5299075" cy="2346325"/>
          </a:xfrm>
        </p:grpSpPr>
        <p:sp>
          <p:nvSpPr>
            <p:cNvPr id="9" name="object 9"/>
            <p:cNvSpPr/>
            <p:nvPr/>
          </p:nvSpPr>
          <p:spPr>
            <a:xfrm>
              <a:off x="2212085" y="3341369"/>
              <a:ext cx="3301365" cy="2327275"/>
            </a:xfrm>
            <a:custGeom>
              <a:avLst/>
              <a:gdLst/>
              <a:ahLst/>
              <a:cxnLst/>
              <a:rect l="l" t="t" r="r" b="b"/>
              <a:pathLst>
                <a:path w="3301365" h="2327275">
                  <a:moveTo>
                    <a:pt x="0" y="2327147"/>
                  </a:moveTo>
                  <a:lnTo>
                    <a:pt x="3300984" y="2327147"/>
                  </a:lnTo>
                  <a:lnTo>
                    <a:pt x="3300984" y="0"/>
                  </a:lnTo>
                  <a:lnTo>
                    <a:pt x="0" y="0"/>
                  </a:lnTo>
                  <a:lnTo>
                    <a:pt x="0" y="2327147"/>
                  </a:lnTo>
                  <a:close/>
                </a:path>
              </a:pathLst>
            </a:custGeom>
            <a:ln w="1904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11292" y="4083303"/>
              <a:ext cx="1916430" cy="340360"/>
            </a:xfrm>
            <a:custGeom>
              <a:avLst/>
              <a:gdLst/>
              <a:ahLst/>
              <a:cxnLst/>
              <a:rect l="l" t="t" r="r" b="b"/>
              <a:pathLst>
                <a:path w="1916429" h="340360">
                  <a:moveTo>
                    <a:pt x="1913763" y="0"/>
                  </a:moveTo>
                  <a:lnTo>
                    <a:pt x="0" y="327914"/>
                  </a:lnTo>
                  <a:lnTo>
                    <a:pt x="2032" y="340360"/>
                  </a:lnTo>
                  <a:lnTo>
                    <a:pt x="1915922" y="12573"/>
                  </a:lnTo>
                  <a:lnTo>
                    <a:pt x="1913763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9720" y="4052063"/>
              <a:ext cx="81532" cy="7505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706739" y="1402080"/>
            <a:ext cx="3151505" cy="4624070"/>
            <a:chOff x="8706739" y="1402080"/>
            <a:chExt cx="3151505" cy="462407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6648" y="1402080"/>
              <a:ext cx="2101596" cy="46238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706739" y="2923032"/>
              <a:ext cx="1162685" cy="1156970"/>
            </a:xfrm>
            <a:custGeom>
              <a:avLst/>
              <a:gdLst/>
              <a:ahLst/>
              <a:cxnLst/>
              <a:rect l="l" t="t" r="r" b="b"/>
              <a:pathLst>
                <a:path w="1162684" h="1156970">
                  <a:moveTo>
                    <a:pt x="1162177" y="0"/>
                  </a:moveTo>
                  <a:lnTo>
                    <a:pt x="1081277" y="26796"/>
                  </a:lnTo>
                  <a:lnTo>
                    <a:pt x="1103629" y="49275"/>
                  </a:lnTo>
                  <a:lnTo>
                    <a:pt x="0" y="1147952"/>
                  </a:lnTo>
                  <a:lnTo>
                    <a:pt x="8889" y="1156969"/>
                  </a:lnTo>
                  <a:lnTo>
                    <a:pt x="1112646" y="58292"/>
                  </a:lnTo>
                  <a:lnTo>
                    <a:pt x="1134999" y="80771"/>
                  </a:lnTo>
                  <a:lnTo>
                    <a:pt x="1162177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3131820" y="1571625"/>
            <a:ext cx="3235960" cy="1490980"/>
          </a:xfrm>
          <a:custGeom>
            <a:avLst/>
            <a:gdLst/>
            <a:ahLst/>
            <a:cxnLst/>
            <a:rect l="l" t="t" r="r" b="b"/>
            <a:pathLst>
              <a:path w="3235960" h="1490980">
                <a:moveTo>
                  <a:pt x="3230626" y="0"/>
                </a:moveTo>
                <a:lnTo>
                  <a:pt x="66548" y="1450594"/>
                </a:lnTo>
                <a:lnTo>
                  <a:pt x="53340" y="1421638"/>
                </a:lnTo>
                <a:lnTo>
                  <a:pt x="0" y="1487932"/>
                </a:lnTo>
                <a:lnTo>
                  <a:pt x="85090" y="1490852"/>
                </a:lnTo>
                <a:lnTo>
                  <a:pt x="71881" y="1462024"/>
                </a:lnTo>
                <a:lnTo>
                  <a:pt x="3235960" y="11429"/>
                </a:lnTo>
                <a:lnTo>
                  <a:pt x="3230626" y="0"/>
                </a:lnTo>
                <a:close/>
              </a:path>
            </a:pathLst>
          </a:custGeom>
          <a:solidFill>
            <a:srgbClr val="446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44741" y="965072"/>
            <a:ext cx="236664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widget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effectively </a:t>
            </a:r>
            <a:r>
              <a:rPr dirty="0" sz="1800" spc="-20">
                <a:latin typeface="Calibri"/>
                <a:cs typeface="Calibri"/>
              </a:rPr>
              <a:t>simulates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material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design </a:t>
            </a:r>
            <a:r>
              <a:rPr dirty="0" sz="1800">
                <a:latin typeface="Calibri"/>
                <a:cs typeface="Calibri"/>
              </a:rPr>
              <a:t>ink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splash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widget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visual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interactivity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See</a:t>
            </a:r>
            <a:r>
              <a:rPr dirty="0" spc="-210"/>
              <a:t> </a:t>
            </a:r>
            <a:r>
              <a:rPr dirty="0"/>
              <a:t>you</a:t>
            </a:r>
            <a:r>
              <a:rPr dirty="0" spc="-175"/>
              <a:t> </a:t>
            </a:r>
            <a:r>
              <a:rPr dirty="0"/>
              <a:t>next</a:t>
            </a:r>
            <a:r>
              <a:rPr dirty="0" spc="-160"/>
              <a:t> </a:t>
            </a:r>
            <a:r>
              <a:rPr dirty="0" spc="-10"/>
              <a:t>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Bee Guan Teo</dc:creator>
  <dc:title>PowerPoint Presentation</dc:title>
  <dcterms:created xsi:type="dcterms:W3CDTF">2026-06-19T09:39:51Z</dcterms:created>
  <dcterms:modified xsi:type="dcterms:W3CDTF">2026-06-19T09:39:51Z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2026-05-07T00:00:00Z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