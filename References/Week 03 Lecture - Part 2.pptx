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660"/>
                </a:lnTo>
                <a:lnTo>
                  <a:pt x="10439400" y="589660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683" y="174193"/>
            <a:ext cx="40544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660"/>
                </a:lnTo>
                <a:lnTo>
                  <a:pt x="10439400" y="589660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788"/>
                </a:lnTo>
                <a:lnTo>
                  <a:pt x="10439400" y="589788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04800" y="1676450"/>
            <a:ext cx="4724400" cy="449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090" y="174193"/>
            <a:ext cx="5035550" cy="523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736" y="1046226"/>
            <a:ext cx="6901180" cy="244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.jpg"/><Relationship Id="rId4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7.jpg"/><Relationship Id="rId4" Type="http://schemas.openxmlformats.org/officeDocument/2006/relationships/image" Target="../media/image3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32.jpg"/><Relationship Id="rId4" Type="http://schemas.openxmlformats.org/officeDocument/2006/relationships/image" Target="../media/image37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12192000" cy="951230"/>
            <a:chOff x="0" y="6095"/>
            <a:chExt cx="12192000" cy="951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81971" y="6095"/>
              <a:ext cx="2510028" cy="9509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095"/>
              <a:ext cx="9680575" cy="951230"/>
            </a:xfrm>
            <a:custGeom>
              <a:avLst/>
              <a:gdLst/>
              <a:ahLst/>
              <a:cxnLst/>
              <a:rect l="l" t="t" r="r" b="b"/>
              <a:pathLst>
                <a:path w="9680575" h="951230">
                  <a:moveTo>
                    <a:pt x="9680321" y="0"/>
                  </a:moveTo>
                  <a:lnTo>
                    <a:pt x="0" y="0"/>
                  </a:lnTo>
                  <a:lnTo>
                    <a:pt x="0" y="950721"/>
                  </a:lnTo>
                  <a:lnTo>
                    <a:pt x="9680321" y="950721"/>
                  </a:lnTo>
                  <a:lnTo>
                    <a:pt x="9680321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46907" y="2373629"/>
            <a:ext cx="6358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1F1F1F"/>
                </a:solidFill>
              </a:rPr>
              <a:t>Mobile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 spc="-55">
                <a:solidFill>
                  <a:srgbClr val="1F1F1F"/>
                </a:solidFill>
              </a:rPr>
              <a:t>Application</a:t>
            </a:r>
            <a:r>
              <a:rPr dirty="0" sz="3600" spc="-204">
                <a:solidFill>
                  <a:srgbClr val="1F1F1F"/>
                </a:solidFill>
              </a:rPr>
              <a:t> </a:t>
            </a:r>
            <a:r>
              <a:rPr dirty="0" sz="3600">
                <a:solidFill>
                  <a:srgbClr val="1F1F1F"/>
                </a:solidFill>
              </a:rPr>
              <a:t>System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 spc="-10">
                <a:solidFill>
                  <a:srgbClr val="1F1F1F"/>
                </a:solidFill>
              </a:rPr>
              <a:t>Design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2722879" y="3362959"/>
            <a:ext cx="6704965" cy="156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3241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1F1F1F"/>
                </a:solidFill>
                <a:latin typeface="Calibri"/>
                <a:cs typeface="Calibri"/>
              </a:rPr>
              <a:t>(Chap</a:t>
            </a:r>
            <a:r>
              <a:rPr dirty="0" sz="3600" spc="-21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1F1F1F"/>
                </a:solidFill>
                <a:latin typeface="Calibri"/>
                <a:cs typeface="Calibri"/>
              </a:rPr>
              <a:t>3</a:t>
            </a:r>
            <a:r>
              <a:rPr dirty="0" sz="3600" spc="-9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dirty="0" sz="3600" spc="-7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1F1F1F"/>
                </a:solidFill>
                <a:latin typeface="Calibri"/>
                <a:cs typeface="Calibri"/>
              </a:rPr>
              <a:t>Part</a:t>
            </a:r>
            <a:r>
              <a:rPr dirty="0" sz="3600" spc="-9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1F1F1F"/>
                </a:solidFill>
                <a:latin typeface="Calibri"/>
                <a:cs typeface="Calibri"/>
              </a:rPr>
              <a:t>2)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65" b="1">
                <a:latin typeface="Calibri"/>
                <a:cs typeface="Calibri"/>
              </a:rPr>
              <a:t>Course</a:t>
            </a:r>
            <a:r>
              <a:rPr dirty="0" sz="2800" spc="-19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Lecturer: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70" b="1">
                <a:latin typeface="Calibri"/>
                <a:cs typeface="Calibri"/>
              </a:rPr>
              <a:t>Nurul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Amera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spc="-80" b="1">
                <a:latin typeface="Calibri"/>
                <a:cs typeface="Calibri"/>
              </a:rPr>
              <a:t>Muhamad</a:t>
            </a:r>
            <a:r>
              <a:rPr dirty="0" sz="2800" spc="-1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Nazmi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8035" y="1647190"/>
            <a:ext cx="3390900" cy="280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Key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Concepts: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Widgets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UI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Styling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(color,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size,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alignment)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Images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0">
                <a:latin typeface="Arial MT"/>
                <a:cs typeface="Arial MT"/>
              </a:rPr>
              <a:t> Icons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1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Text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TextField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354965" algn="l"/>
              </a:tabLst>
            </a:pPr>
            <a:r>
              <a:rPr dirty="0" sz="1800" spc="-10">
                <a:latin typeface="Arial MT"/>
                <a:cs typeface="Arial MT"/>
              </a:rPr>
              <a:t>ListView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0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Widgets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 spc="-25"/>
              <a:t>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635" y="983107"/>
            <a:ext cx="8945245" cy="86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Visible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widgets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Text,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Image,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Icon,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Button,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TextField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Layout/structural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widgets</a:t>
            </a:r>
            <a:r>
              <a:rPr dirty="0" sz="1800" spc="-1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Scaffold,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Container,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Center,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Row,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Column,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ListView, </a:t>
            </a:r>
            <a:r>
              <a:rPr dirty="0" sz="1800" spc="-1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400" y="2057400"/>
            <a:ext cx="6324600" cy="45656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212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5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dirty="0" sz="1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common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dirty="0" sz="1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widgets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240" y="2795016"/>
            <a:ext cx="1866900" cy="2000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0"/>
              </a:lnSpc>
            </a:pPr>
            <a:r>
              <a:rPr dirty="0" sz="1400">
                <a:latin typeface="Arial MT"/>
                <a:cs typeface="Arial MT"/>
              </a:rPr>
              <a:t>A.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Structure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screen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235" y="2977205"/>
            <a:ext cx="5756275" cy="65595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MaterialApp: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root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your </a:t>
            </a:r>
            <a:r>
              <a:rPr dirty="0" sz="1400" spc="-25">
                <a:latin typeface="Arial MT"/>
                <a:cs typeface="Arial MT"/>
              </a:rPr>
              <a:t>app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Scaffold:</a:t>
            </a:r>
            <a:r>
              <a:rPr dirty="0" sz="1400" spc="-1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layout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appBar,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body,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floating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action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button,</a:t>
            </a:r>
            <a:r>
              <a:rPr dirty="0" sz="1400" spc="-114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drawer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240" y="4075176"/>
            <a:ext cx="2007870" cy="2000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B.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Layout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positioning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235" y="4257522"/>
            <a:ext cx="4713605" cy="160210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Container: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box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style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hold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child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Center: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centers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child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Row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Column: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place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children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horizontally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vertically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ListView: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scrollable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list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many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items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10"/>
              </a:spcBef>
              <a:buChar char="-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Stack:</a:t>
            </a:r>
            <a:r>
              <a:rPr dirty="0" sz="1400" spc="-10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overlap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children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(e.g.,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badge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image)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7000" y="3115055"/>
            <a:ext cx="1501140" cy="2000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460"/>
              </a:lnSpc>
            </a:pPr>
            <a:r>
              <a:rPr dirty="0" sz="1400">
                <a:latin typeface="Arial MT"/>
                <a:cs typeface="Arial MT"/>
              </a:rPr>
              <a:t>C.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Content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widgets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5570" y="3296767"/>
            <a:ext cx="1468120" cy="128587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299085" algn="l"/>
              </a:tabLst>
            </a:pPr>
            <a:r>
              <a:rPr dirty="0" sz="1400" spc="-20">
                <a:latin typeface="Arial MT"/>
                <a:cs typeface="Arial MT"/>
              </a:rPr>
              <a:t>Text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Image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 spc="-20">
                <a:latin typeface="Arial MT"/>
                <a:cs typeface="Arial MT"/>
              </a:rPr>
              <a:t>Icon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TextField: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user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7000" y="5035296"/>
            <a:ext cx="1672589" cy="2000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D.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Interaction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Widget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5570" y="5217617"/>
            <a:ext cx="1600200" cy="97218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ElevatedButton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IconButton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dirty="0" sz="1400" spc="-10">
                <a:latin typeface="Arial MT"/>
                <a:cs typeface="Arial MT"/>
              </a:rPr>
              <a:t>GestureDetector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0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Styling:</a:t>
            </a:r>
            <a:r>
              <a:rPr dirty="0" spc="-90"/>
              <a:t> </a:t>
            </a:r>
            <a:r>
              <a:rPr dirty="0"/>
              <a:t>Color,</a:t>
            </a:r>
            <a:r>
              <a:rPr dirty="0" spc="-80"/>
              <a:t> </a:t>
            </a:r>
            <a:r>
              <a:rPr dirty="0"/>
              <a:t>Size,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Alignment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635" y="893470"/>
            <a:ext cx="10525760" cy="3993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860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dirty="0" sz="1600" b="1">
                <a:latin typeface="Arial"/>
                <a:cs typeface="Arial"/>
              </a:rPr>
              <a:t>Color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Color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gives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your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app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personality.It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make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screen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cheerful,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elegant,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exciting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depending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on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colors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you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choose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example: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Colors.red,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Colors.blue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dirty="0" sz="1600" b="1">
                <a:latin typeface="Arial"/>
                <a:cs typeface="Arial"/>
              </a:rPr>
              <a:t>Size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Controls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how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small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each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element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looks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Font typeface="Arial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 marL="12700" marR="5154930" indent="228600">
              <a:lnSpc>
                <a:spcPct val="150000"/>
              </a:lnSpc>
              <a:buAutoNum type="arabicPeriod" startAt="2"/>
              <a:tabLst>
                <a:tab pos="241300" algn="l"/>
              </a:tabLst>
            </a:pPr>
            <a:r>
              <a:rPr dirty="0" sz="1600" b="1">
                <a:latin typeface="Arial"/>
                <a:cs typeface="Arial"/>
              </a:rPr>
              <a:t>Alignment</a:t>
            </a:r>
            <a:r>
              <a:rPr dirty="0" sz="1600" spc="2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Controls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where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things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appear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screen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example:</a:t>
            </a:r>
            <a:endParaRPr sz="16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Arial MT"/>
                <a:cs typeface="Arial MT"/>
              </a:rPr>
              <a:t>Center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puts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content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middle.</a:t>
            </a:r>
            <a:endParaRPr sz="16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  <a:spcBef>
                <a:spcPts val="965"/>
              </a:spcBef>
            </a:pPr>
            <a:r>
              <a:rPr dirty="0" sz="1600" spc="-10">
                <a:latin typeface="Arial MT"/>
                <a:cs typeface="Arial MT"/>
              </a:rPr>
              <a:t>Alignment.topCenter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moves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content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top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center.</a:t>
            </a:r>
            <a:endParaRPr sz="16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  <a:spcBef>
                <a:spcPts val="1355"/>
              </a:spcBef>
            </a:pPr>
            <a:r>
              <a:rPr dirty="0" sz="1600" spc="-10">
                <a:latin typeface="Arial MT"/>
                <a:cs typeface="Arial MT"/>
              </a:rPr>
              <a:t>Alignment.bottomRight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moves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content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bottom-</a:t>
            </a:r>
            <a:r>
              <a:rPr dirty="0" sz="1600">
                <a:latin typeface="Arial MT"/>
                <a:cs typeface="Arial MT"/>
              </a:rPr>
              <a:t>right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corner.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0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Images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/>
              <a:t>Icons</a:t>
            </a:r>
            <a:r>
              <a:rPr dirty="0" spc="-85"/>
              <a:t> </a:t>
            </a:r>
            <a:r>
              <a:rPr dirty="0"/>
              <a:t>in</a:t>
            </a:r>
            <a:r>
              <a:rPr dirty="0" spc="-85"/>
              <a:t> </a:t>
            </a:r>
            <a:r>
              <a:rPr dirty="0"/>
              <a:t>Flutter</a:t>
            </a:r>
            <a:r>
              <a:rPr dirty="0" spc="-40"/>
              <a:t> </a:t>
            </a:r>
            <a:r>
              <a:rPr dirty="0" spc="-25"/>
              <a:t>UI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676450"/>
            <a:ext cx="4724400" cy="4490085"/>
          </a:xfrm>
          <a:prstGeom prst="rect">
            <a:avLst/>
          </a:prstGeom>
          <a:ln w="9525">
            <a:solidFill>
              <a:srgbClr val="48452A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258445" indent="-16764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258445" algn="l"/>
              </a:tabLst>
            </a:pPr>
            <a:r>
              <a:rPr dirty="0" sz="1200" b="1">
                <a:latin typeface="Arial"/>
                <a:cs typeface="Arial"/>
              </a:rPr>
              <a:t>Why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Images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Icons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Matter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UI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engaging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Easier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navigate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memorable</a:t>
            </a:r>
            <a:r>
              <a:rPr dirty="0" sz="1200" spc="-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users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9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Images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(assets)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pubspec.yaml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(file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paths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under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‘assets’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0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Images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internet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Flutter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load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images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URL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link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8445" indent="-167640">
              <a:lnSpc>
                <a:spcPct val="100000"/>
              </a:lnSpc>
              <a:buAutoNum type="arabicPeriod"/>
              <a:tabLst>
                <a:tab pos="258445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Style </a:t>
            </a:r>
            <a:r>
              <a:rPr dirty="0" sz="1200" spc="-10" b="1">
                <a:latin typeface="Arial"/>
                <a:cs typeface="Arial"/>
              </a:rPr>
              <a:t>Images</a:t>
            </a:r>
            <a:endParaRPr sz="1200">
              <a:latin typeface="Arial"/>
              <a:cs typeface="Arial"/>
            </a:endParaRPr>
          </a:p>
          <a:p>
            <a:pPr lvl="1" marL="354330" indent="-92710">
              <a:lnSpc>
                <a:spcPct val="100000"/>
              </a:lnSpc>
              <a:spcBef>
                <a:spcPts val="700"/>
              </a:spcBef>
              <a:buChar char="-"/>
              <a:tabLst>
                <a:tab pos="354330" algn="l"/>
              </a:tabLst>
            </a:pPr>
            <a:r>
              <a:rPr dirty="0" sz="1200">
                <a:latin typeface="Arial MT"/>
                <a:cs typeface="Arial MT"/>
              </a:rPr>
              <a:t>Width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height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resize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image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70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Fit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decide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how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image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fills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space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(cover,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contain,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fill)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 spc="-10">
                <a:latin typeface="Arial MT"/>
                <a:cs typeface="Arial MT"/>
              </a:rPr>
              <a:t>Alignment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position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container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Border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radius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rounded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corners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(like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food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card)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8300" y="1054100"/>
            <a:ext cx="2997200" cy="456565"/>
            <a:chOff x="368300" y="1054100"/>
            <a:chExt cx="2997200" cy="456565"/>
          </a:xfrm>
        </p:grpSpPr>
        <p:sp>
          <p:nvSpPr>
            <p:cNvPr id="5" name="object 5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2900045" y="0"/>
                  </a:moveTo>
                  <a:lnTo>
                    <a:pt x="71818" y="0"/>
                  </a:lnTo>
                  <a:lnTo>
                    <a:pt x="43865" y="5587"/>
                  </a:lnTo>
                  <a:lnTo>
                    <a:pt x="21031" y="20954"/>
                  </a:lnTo>
                  <a:lnTo>
                    <a:pt x="5638" y="43814"/>
                  </a:lnTo>
                  <a:lnTo>
                    <a:pt x="0" y="71754"/>
                  </a:lnTo>
                  <a:lnTo>
                    <a:pt x="0" y="359028"/>
                  </a:lnTo>
                  <a:lnTo>
                    <a:pt x="5638" y="386969"/>
                  </a:lnTo>
                  <a:lnTo>
                    <a:pt x="21031" y="409828"/>
                  </a:lnTo>
                  <a:lnTo>
                    <a:pt x="43865" y="425323"/>
                  </a:lnTo>
                  <a:lnTo>
                    <a:pt x="71818" y="430911"/>
                  </a:lnTo>
                  <a:lnTo>
                    <a:pt x="2900045" y="430911"/>
                  </a:lnTo>
                  <a:lnTo>
                    <a:pt x="2927985" y="425323"/>
                  </a:lnTo>
                  <a:lnTo>
                    <a:pt x="2950717" y="409828"/>
                  </a:lnTo>
                  <a:lnTo>
                    <a:pt x="2966212" y="386969"/>
                  </a:lnTo>
                  <a:lnTo>
                    <a:pt x="2971800" y="359028"/>
                  </a:lnTo>
                  <a:lnTo>
                    <a:pt x="2971800" y="71754"/>
                  </a:lnTo>
                  <a:lnTo>
                    <a:pt x="2966212" y="43814"/>
                  </a:lnTo>
                  <a:lnTo>
                    <a:pt x="2950717" y="20954"/>
                  </a:lnTo>
                  <a:lnTo>
                    <a:pt x="2927985" y="5587"/>
                  </a:lnTo>
                  <a:lnTo>
                    <a:pt x="2900045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0" y="71754"/>
                  </a:moveTo>
                  <a:lnTo>
                    <a:pt x="5638" y="43814"/>
                  </a:lnTo>
                  <a:lnTo>
                    <a:pt x="21031" y="20954"/>
                  </a:lnTo>
                  <a:lnTo>
                    <a:pt x="43865" y="5587"/>
                  </a:lnTo>
                  <a:lnTo>
                    <a:pt x="71818" y="0"/>
                  </a:lnTo>
                  <a:lnTo>
                    <a:pt x="2900045" y="0"/>
                  </a:lnTo>
                  <a:lnTo>
                    <a:pt x="2927985" y="5587"/>
                  </a:lnTo>
                  <a:lnTo>
                    <a:pt x="2950717" y="20954"/>
                  </a:lnTo>
                  <a:lnTo>
                    <a:pt x="2966212" y="43814"/>
                  </a:lnTo>
                  <a:lnTo>
                    <a:pt x="2971800" y="71754"/>
                  </a:lnTo>
                  <a:lnTo>
                    <a:pt x="2971800" y="359028"/>
                  </a:lnTo>
                  <a:lnTo>
                    <a:pt x="2966212" y="386969"/>
                  </a:lnTo>
                  <a:lnTo>
                    <a:pt x="2950717" y="409828"/>
                  </a:lnTo>
                  <a:lnTo>
                    <a:pt x="2927985" y="425323"/>
                  </a:lnTo>
                  <a:lnTo>
                    <a:pt x="2900045" y="430911"/>
                  </a:lnTo>
                  <a:lnTo>
                    <a:pt x="71818" y="430911"/>
                  </a:lnTo>
                  <a:lnTo>
                    <a:pt x="43865" y="425323"/>
                  </a:lnTo>
                  <a:lnTo>
                    <a:pt x="21031" y="409828"/>
                  </a:lnTo>
                  <a:lnTo>
                    <a:pt x="5638" y="386969"/>
                  </a:lnTo>
                  <a:lnTo>
                    <a:pt x="0" y="359028"/>
                  </a:lnTo>
                  <a:lnTo>
                    <a:pt x="0" y="7175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13510" y="1047750"/>
            <a:ext cx="8997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59500" y="1054100"/>
            <a:ext cx="2997200" cy="456565"/>
            <a:chOff x="6159500" y="1054100"/>
            <a:chExt cx="2997200" cy="456565"/>
          </a:xfrm>
        </p:grpSpPr>
        <p:sp>
          <p:nvSpPr>
            <p:cNvPr id="9" name="object 9"/>
            <p:cNvSpPr/>
            <p:nvPr/>
          </p:nvSpPr>
          <p:spPr>
            <a:xfrm>
              <a:off x="61722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2900045" y="0"/>
                  </a:moveTo>
                  <a:lnTo>
                    <a:pt x="71754" y="0"/>
                  </a:lnTo>
                  <a:lnTo>
                    <a:pt x="43814" y="5587"/>
                  </a:lnTo>
                  <a:lnTo>
                    <a:pt x="20954" y="20954"/>
                  </a:lnTo>
                  <a:lnTo>
                    <a:pt x="5587" y="43814"/>
                  </a:lnTo>
                  <a:lnTo>
                    <a:pt x="0" y="71754"/>
                  </a:lnTo>
                  <a:lnTo>
                    <a:pt x="0" y="359028"/>
                  </a:lnTo>
                  <a:lnTo>
                    <a:pt x="5587" y="386969"/>
                  </a:lnTo>
                  <a:lnTo>
                    <a:pt x="20954" y="409828"/>
                  </a:lnTo>
                  <a:lnTo>
                    <a:pt x="43814" y="425323"/>
                  </a:lnTo>
                  <a:lnTo>
                    <a:pt x="71754" y="430911"/>
                  </a:lnTo>
                  <a:lnTo>
                    <a:pt x="2900045" y="430911"/>
                  </a:lnTo>
                  <a:lnTo>
                    <a:pt x="2927984" y="425323"/>
                  </a:lnTo>
                  <a:lnTo>
                    <a:pt x="2950718" y="409828"/>
                  </a:lnTo>
                  <a:lnTo>
                    <a:pt x="2966211" y="386969"/>
                  </a:lnTo>
                  <a:lnTo>
                    <a:pt x="2971800" y="359028"/>
                  </a:lnTo>
                  <a:lnTo>
                    <a:pt x="2971800" y="71754"/>
                  </a:lnTo>
                  <a:lnTo>
                    <a:pt x="2966211" y="43814"/>
                  </a:lnTo>
                  <a:lnTo>
                    <a:pt x="2950718" y="20954"/>
                  </a:lnTo>
                  <a:lnTo>
                    <a:pt x="2927984" y="5587"/>
                  </a:lnTo>
                  <a:lnTo>
                    <a:pt x="2900045" y="0"/>
                  </a:lnTo>
                  <a:close/>
                </a:path>
              </a:pathLst>
            </a:custGeom>
            <a:solidFill>
              <a:srgbClr val="F7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22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0" y="71754"/>
                  </a:moveTo>
                  <a:lnTo>
                    <a:pt x="5587" y="43814"/>
                  </a:lnTo>
                  <a:lnTo>
                    <a:pt x="20954" y="20954"/>
                  </a:lnTo>
                  <a:lnTo>
                    <a:pt x="43814" y="5587"/>
                  </a:lnTo>
                  <a:lnTo>
                    <a:pt x="71754" y="0"/>
                  </a:lnTo>
                  <a:lnTo>
                    <a:pt x="2900045" y="0"/>
                  </a:lnTo>
                  <a:lnTo>
                    <a:pt x="2927984" y="5587"/>
                  </a:lnTo>
                  <a:lnTo>
                    <a:pt x="2950718" y="20954"/>
                  </a:lnTo>
                  <a:lnTo>
                    <a:pt x="2966211" y="43814"/>
                  </a:lnTo>
                  <a:lnTo>
                    <a:pt x="2971800" y="71754"/>
                  </a:lnTo>
                  <a:lnTo>
                    <a:pt x="2971800" y="359028"/>
                  </a:lnTo>
                  <a:lnTo>
                    <a:pt x="2966211" y="386969"/>
                  </a:lnTo>
                  <a:lnTo>
                    <a:pt x="2950718" y="409828"/>
                  </a:lnTo>
                  <a:lnTo>
                    <a:pt x="2927984" y="425323"/>
                  </a:lnTo>
                  <a:lnTo>
                    <a:pt x="2900045" y="430911"/>
                  </a:lnTo>
                  <a:lnTo>
                    <a:pt x="71754" y="430911"/>
                  </a:lnTo>
                  <a:lnTo>
                    <a:pt x="43814" y="425323"/>
                  </a:lnTo>
                  <a:lnTo>
                    <a:pt x="20954" y="409828"/>
                  </a:lnTo>
                  <a:lnTo>
                    <a:pt x="5587" y="386969"/>
                  </a:lnTo>
                  <a:lnTo>
                    <a:pt x="0" y="359028"/>
                  </a:lnTo>
                  <a:lnTo>
                    <a:pt x="0" y="7175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323581" y="1047750"/>
            <a:ext cx="664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Icons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6000" y="1676425"/>
            <a:ext cx="4495800" cy="3936365"/>
          </a:xfrm>
          <a:custGeom>
            <a:avLst/>
            <a:gdLst/>
            <a:ahLst/>
            <a:cxnLst/>
            <a:rect l="l" t="t" r="r" b="b"/>
            <a:pathLst>
              <a:path w="4495800" h="3936365">
                <a:moveTo>
                  <a:pt x="0" y="3936111"/>
                </a:moveTo>
                <a:lnTo>
                  <a:pt x="4495800" y="3936111"/>
                </a:lnTo>
                <a:lnTo>
                  <a:pt x="4495800" y="0"/>
                </a:lnTo>
                <a:lnTo>
                  <a:pt x="0" y="0"/>
                </a:lnTo>
                <a:lnTo>
                  <a:pt x="0" y="3936111"/>
                </a:lnTo>
                <a:close/>
              </a:path>
            </a:pathLst>
          </a:custGeom>
          <a:ln w="9525">
            <a:solidFill>
              <a:srgbClr val="4845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89217" y="1758822"/>
            <a:ext cx="3511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Small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symbols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(represent</a:t>
            </a:r>
            <a:r>
              <a:rPr dirty="0" sz="1200" spc="-9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actions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/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categories)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80747" y="2078040"/>
            <a:ext cx="156845" cy="417830"/>
            <a:chOff x="6480747" y="2078040"/>
            <a:chExt cx="156845" cy="4178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0747" y="2078040"/>
              <a:ext cx="156362" cy="14807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5345" y="2366241"/>
              <a:ext cx="147164" cy="12956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359905" y="1943226"/>
            <a:ext cx="1066800" cy="57150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47345" indent="-347345">
              <a:lnSpc>
                <a:spcPct val="100000"/>
              </a:lnSpc>
              <a:spcBef>
                <a:spcPts val="805"/>
              </a:spcBef>
              <a:buChar char="-"/>
              <a:tabLst>
                <a:tab pos="347345" algn="l"/>
              </a:tabLst>
            </a:pP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home</a:t>
            </a:r>
            <a:endParaRPr sz="1200">
              <a:latin typeface="Arial MT"/>
              <a:cs typeface="Arial MT"/>
            </a:endParaRPr>
          </a:p>
          <a:p>
            <a:pPr marL="347345" indent="-347345">
              <a:lnSpc>
                <a:spcPct val="100000"/>
              </a:lnSpc>
              <a:spcBef>
                <a:spcPts val="710"/>
              </a:spcBef>
              <a:buChar char="-"/>
              <a:tabLst>
                <a:tab pos="347345" algn="l"/>
              </a:tabLst>
            </a:pP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favorite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9217" y="2766821"/>
            <a:ext cx="3206750" cy="221869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67005" indent="-167005">
              <a:lnSpc>
                <a:spcPct val="100000"/>
              </a:lnSpc>
              <a:spcBef>
                <a:spcPts val="805"/>
              </a:spcBef>
              <a:buAutoNum type="arabicPeriod" startAt="2"/>
              <a:tabLst>
                <a:tab pos="167005" algn="l"/>
              </a:tabLst>
            </a:pPr>
            <a:r>
              <a:rPr dirty="0" sz="1200" b="1">
                <a:latin typeface="Arial"/>
                <a:cs typeface="Arial"/>
              </a:rPr>
              <a:t>Material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Icons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(Flutter </a:t>
            </a:r>
            <a:r>
              <a:rPr dirty="0" sz="1200" spc="-30" b="1">
                <a:latin typeface="Arial"/>
                <a:cs typeface="Arial"/>
              </a:rPr>
              <a:t>built-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icon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library)</a:t>
            </a:r>
            <a:endParaRPr sz="1200">
              <a:latin typeface="Arial"/>
              <a:cs typeface="Arial"/>
            </a:endParaRPr>
          </a:p>
          <a:p>
            <a:pPr lvl="1" marL="26479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264795" algn="l"/>
              </a:tabLst>
            </a:pPr>
            <a:r>
              <a:rPr dirty="0" sz="1200" spc="-10">
                <a:latin typeface="Arial MT"/>
                <a:cs typeface="Arial MT"/>
              </a:rPr>
              <a:t>Icons.home</a:t>
            </a:r>
            <a:endParaRPr sz="1200">
              <a:latin typeface="Arial MT"/>
              <a:cs typeface="Arial MT"/>
            </a:endParaRPr>
          </a:p>
          <a:p>
            <a:pPr lvl="1" marL="26479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264795" algn="l"/>
              </a:tabLst>
            </a:pPr>
            <a:r>
              <a:rPr dirty="0" sz="1200" spc="-10">
                <a:latin typeface="Arial MT"/>
                <a:cs typeface="Arial MT"/>
              </a:rPr>
              <a:t>Icons.search</a:t>
            </a:r>
            <a:endParaRPr sz="1200">
              <a:latin typeface="Arial MT"/>
              <a:cs typeface="Arial MT"/>
            </a:endParaRPr>
          </a:p>
          <a:p>
            <a:pPr lvl="1" marL="264795" indent="-94615">
              <a:lnSpc>
                <a:spcPct val="100000"/>
              </a:lnSpc>
              <a:spcBef>
                <a:spcPts val="700"/>
              </a:spcBef>
              <a:buChar char="-"/>
              <a:tabLst>
                <a:tab pos="264795" algn="l"/>
              </a:tabLst>
            </a:pPr>
            <a:r>
              <a:rPr dirty="0" sz="1200" spc="-10">
                <a:latin typeface="Arial MT"/>
                <a:cs typeface="Arial MT"/>
              </a:rPr>
              <a:t>Icons.favorite</a:t>
            </a:r>
            <a:endParaRPr sz="1200">
              <a:latin typeface="Arial MT"/>
              <a:cs typeface="Arial MT"/>
            </a:endParaRPr>
          </a:p>
          <a:p>
            <a:pPr lvl="1" marL="264795" indent="-94615">
              <a:lnSpc>
                <a:spcPct val="100000"/>
              </a:lnSpc>
              <a:spcBef>
                <a:spcPts val="705"/>
              </a:spcBef>
              <a:buChar char="-"/>
              <a:tabLst>
                <a:tab pos="264795" algn="l"/>
              </a:tabLst>
            </a:pPr>
            <a:r>
              <a:rPr dirty="0" sz="1200" spc="-10">
                <a:latin typeface="Arial MT"/>
                <a:cs typeface="Arial MT"/>
              </a:rPr>
              <a:t>Icons.shopping_cart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167005" indent="-16700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67005" algn="l"/>
              </a:tabLst>
            </a:pPr>
            <a:r>
              <a:rPr dirty="0" sz="1200" b="1">
                <a:latin typeface="Arial"/>
                <a:cs typeface="Arial"/>
              </a:rPr>
              <a:t>Custom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Icons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(from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SVG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files)</a:t>
            </a:r>
            <a:endParaRPr sz="1200">
              <a:latin typeface="Arial"/>
              <a:cs typeface="Arial"/>
            </a:endParaRPr>
          </a:p>
          <a:p>
            <a:pPr lvl="1" marL="26479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264795" algn="l"/>
              </a:tabLst>
            </a:pP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package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called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flutter_svg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0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Text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110"/>
              <a:t> </a:t>
            </a:r>
            <a:r>
              <a:rPr dirty="0"/>
              <a:t>TextField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110"/>
              <a:t> </a:t>
            </a:r>
            <a:r>
              <a:rPr dirty="0"/>
              <a:t>Flutter</a:t>
            </a:r>
            <a:r>
              <a:rPr dirty="0" spc="-70"/>
              <a:t> </a:t>
            </a:r>
            <a:r>
              <a:rPr dirty="0" spc="-25"/>
              <a:t>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4800" y="1824482"/>
            <a:ext cx="4876800" cy="2551430"/>
          </a:xfrm>
          <a:prstGeom prst="rect">
            <a:avLst/>
          </a:prstGeom>
          <a:ln w="9525">
            <a:solidFill>
              <a:srgbClr val="48452A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257810" indent="-16700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Text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Widget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: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Displaying</a:t>
            </a:r>
            <a:r>
              <a:rPr dirty="0" sz="1200" spc="-10" b="1">
                <a:latin typeface="Arial"/>
                <a:cs typeface="Arial"/>
              </a:rPr>
              <a:t> Information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show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static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text: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edit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Styled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using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70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Font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size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70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Font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weight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(bold/light)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 spc="-10">
                <a:latin typeface="Arial MT"/>
                <a:cs typeface="Arial MT"/>
              </a:rPr>
              <a:t>Color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700"/>
              </a:spcBef>
              <a:buChar char="-"/>
              <a:tabLst>
                <a:tab pos="356235" algn="l"/>
              </a:tabLst>
            </a:pPr>
            <a:r>
              <a:rPr dirty="0" sz="1200" spc="-10">
                <a:latin typeface="Arial MT"/>
                <a:cs typeface="Arial MT"/>
              </a:rPr>
              <a:t>Alignment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8300" y="1054100"/>
            <a:ext cx="2997200" cy="456565"/>
            <a:chOff x="368300" y="1054100"/>
            <a:chExt cx="2997200" cy="456565"/>
          </a:xfrm>
        </p:grpSpPr>
        <p:sp>
          <p:nvSpPr>
            <p:cNvPr id="9" name="object 9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2900045" y="0"/>
                  </a:moveTo>
                  <a:lnTo>
                    <a:pt x="71818" y="0"/>
                  </a:lnTo>
                  <a:lnTo>
                    <a:pt x="43865" y="5587"/>
                  </a:lnTo>
                  <a:lnTo>
                    <a:pt x="21031" y="20954"/>
                  </a:lnTo>
                  <a:lnTo>
                    <a:pt x="5638" y="43814"/>
                  </a:lnTo>
                  <a:lnTo>
                    <a:pt x="0" y="71754"/>
                  </a:lnTo>
                  <a:lnTo>
                    <a:pt x="0" y="359028"/>
                  </a:lnTo>
                  <a:lnTo>
                    <a:pt x="5638" y="386969"/>
                  </a:lnTo>
                  <a:lnTo>
                    <a:pt x="21031" y="409828"/>
                  </a:lnTo>
                  <a:lnTo>
                    <a:pt x="43865" y="425323"/>
                  </a:lnTo>
                  <a:lnTo>
                    <a:pt x="71818" y="430911"/>
                  </a:lnTo>
                  <a:lnTo>
                    <a:pt x="2900045" y="430911"/>
                  </a:lnTo>
                  <a:lnTo>
                    <a:pt x="2927985" y="425323"/>
                  </a:lnTo>
                  <a:lnTo>
                    <a:pt x="2950717" y="409828"/>
                  </a:lnTo>
                  <a:lnTo>
                    <a:pt x="2966212" y="386969"/>
                  </a:lnTo>
                  <a:lnTo>
                    <a:pt x="2971800" y="359028"/>
                  </a:lnTo>
                  <a:lnTo>
                    <a:pt x="2971800" y="71754"/>
                  </a:lnTo>
                  <a:lnTo>
                    <a:pt x="2966212" y="43814"/>
                  </a:lnTo>
                  <a:lnTo>
                    <a:pt x="2950717" y="20954"/>
                  </a:lnTo>
                  <a:lnTo>
                    <a:pt x="2927985" y="5587"/>
                  </a:lnTo>
                  <a:lnTo>
                    <a:pt x="2900045" y="0"/>
                  </a:lnTo>
                  <a:close/>
                </a:path>
              </a:pathLst>
            </a:custGeom>
            <a:solidFill>
              <a:srgbClr val="9337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0" y="71754"/>
                  </a:moveTo>
                  <a:lnTo>
                    <a:pt x="5638" y="43814"/>
                  </a:lnTo>
                  <a:lnTo>
                    <a:pt x="21031" y="20954"/>
                  </a:lnTo>
                  <a:lnTo>
                    <a:pt x="43865" y="5587"/>
                  </a:lnTo>
                  <a:lnTo>
                    <a:pt x="71818" y="0"/>
                  </a:lnTo>
                  <a:lnTo>
                    <a:pt x="2900045" y="0"/>
                  </a:lnTo>
                  <a:lnTo>
                    <a:pt x="2927985" y="5587"/>
                  </a:lnTo>
                  <a:lnTo>
                    <a:pt x="2950717" y="20954"/>
                  </a:lnTo>
                  <a:lnTo>
                    <a:pt x="2966212" y="43814"/>
                  </a:lnTo>
                  <a:lnTo>
                    <a:pt x="2971800" y="71754"/>
                  </a:lnTo>
                  <a:lnTo>
                    <a:pt x="2971800" y="359028"/>
                  </a:lnTo>
                  <a:lnTo>
                    <a:pt x="2966212" y="386969"/>
                  </a:lnTo>
                  <a:lnTo>
                    <a:pt x="2950717" y="409828"/>
                  </a:lnTo>
                  <a:lnTo>
                    <a:pt x="2927985" y="425323"/>
                  </a:lnTo>
                  <a:lnTo>
                    <a:pt x="2900045" y="430911"/>
                  </a:lnTo>
                  <a:lnTo>
                    <a:pt x="71818" y="430911"/>
                  </a:lnTo>
                  <a:lnTo>
                    <a:pt x="43865" y="425323"/>
                  </a:lnTo>
                  <a:lnTo>
                    <a:pt x="21031" y="409828"/>
                  </a:lnTo>
                  <a:lnTo>
                    <a:pt x="5638" y="386969"/>
                  </a:lnTo>
                  <a:lnTo>
                    <a:pt x="0" y="359028"/>
                  </a:lnTo>
                  <a:lnTo>
                    <a:pt x="0" y="7175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85975" y="1047750"/>
            <a:ext cx="551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59500" y="1054100"/>
            <a:ext cx="2997200" cy="456565"/>
            <a:chOff x="6159500" y="1054100"/>
            <a:chExt cx="2997200" cy="456565"/>
          </a:xfrm>
        </p:grpSpPr>
        <p:sp>
          <p:nvSpPr>
            <p:cNvPr id="13" name="object 13"/>
            <p:cNvSpPr/>
            <p:nvPr/>
          </p:nvSpPr>
          <p:spPr>
            <a:xfrm>
              <a:off x="61722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2900045" y="0"/>
                  </a:moveTo>
                  <a:lnTo>
                    <a:pt x="71754" y="0"/>
                  </a:lnTo>
                  <a:lnTo>
                    <a:pt x="43814" y="5587"/>
                  </a:lnTo>
                  <a:lnTo>
                    <a:pt x="20954" y="20954"/>
                  </a:lnTo>
                  <a:lnTo>
                    <a:pt x="5587" y="43814"/>
                  </a:lnTo>
                  <a:lnTo>
                    <a:pt x="0" y="71754"/>
                  </a:lnTo>
                  <a:lnTo>
                    <a:pt x="0" y="359028"/>
                  </a:lnTo>
                  <a:lnTo>
                    <a:pt x="5587" y="386969"/>
                  </a:lnTo>
                  <a:lnTo>
                    <a:pt x="20954" y="409828"/>
                  </a:lnTo>
                  <a:lnTo>
                    <a:pt x="43814" y="425323"/>
                  </a:lnTo>
                  <a:lnTo>
                    <a:pt x="71754" y="430911"/>
                  </a:lnTo>
                  <a:lnTo>
                    <a:pt x="2900045" y="430911"/>
                  </a:lnTo>
                  <a:lnTo>
                    <a:pt x="2927984" y="425323"/>
                  </a:lnTo>
                  <a:lnTo>
                    <a:pt x="2950718" y="409828"/>
                  </a:lnTo>
                  <a:lnTo>
                    <a:pt x="2966211" y="386969"/>
                  </a:lnTo>
                  <a:lnTo>
                    <a:pt x="2971800" y="359028"/>
                  </a:lnTo>
                  <a:lnTo>
                    <a:pt x="2971800" y="71754"/>
                  </a:lnTo>
                  <a:lnTo>
                    <a:pt x="2966211" y="43814"/>
                  </a:lnTo>
                  <a:lnTo>
                    <a:pt x="2950718" y="20954"/>
                  </a:lnTo>
                  <a:lnTo>
                    <a:pt x="2927984" y="5587"/>
                  </a:lnTo>
                  <a:lnTo>
                    <a:pt x="2900045" y="0"/>
                  </a:lnTo>
                  <a:close/>
                </a:path>
              </a:pathLst>
            </a:custGeom>
            <a:solidFill>
              <a:srgbClr val="2F85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722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0" y="71754"/>
                  </a:moveTo>
                  <a:lnTo>
                    <a:pt x="5587" y="43814"/>
                  </a:lnTo>
                  <a:lnTo>
                    <a:pt x="20954" y="20954"/>
                  </a:lnTo>
                  <a:lnTo>
                    <a:pt x="43814" y="5587"/>
                  </a:lnTo>
                  <a:lnTo>
                    <a:pt x="71754" y="0"/>
                  </a:lnTo>
                  <a:lnTo>
                    <a:pt x="2900045" y="0"/>
                  </a:lnTo>
                  <a:lnTo>
                    <a:pt x="2927984" y="5587"/>
                  </a:lnTo>
                  <a:lnTo>
                    <a:pt x="2950718" y="20954"/>
                  </a:lnTo>
                  <a:lnTo>
                    <a:pt x="2966211" y="43814"/>
                  </a:lnTo>
                  <a:lnTo>
                    <a:pt x="2971800" y="71754"/>
                  </a:lnTo>
                  <a:lnTo>
                    <a:pt x="2971800" y="359028"/>
                  </a:lnTo>
                  <a:lnTo>
                    <a:pt x="2966211" y="386969"/>
                  </a:lnTo>
                  <a:lnTo>
                    <a:pt x="2950718" y="409828"/>
                  </a:lnTo>
                  <a:lnTo>
                    <a:pt x="2927984" y="425323"/>
                  </a:lnTo>
                  <a:lnTo>
                    <a:pt x="2900045" y="430911"/>
                  </a:lnTo>
                  <a:lnTo>
                    <a:pt x="71754" y="430911"/>
                  </a:lnTo>
                  <a:lnTo>
                    <a:pt x="43814" y="425323"/>
                  </a:lnTo>
                  <a:lnTo>
                    <a:pt x="20954" y="409828"/>
                  </a:lnTo>
                  <a:lnTo>
                    <a:pt x="5587" y="386969"/>
                  </a:lnTo>
                  <a:lnTo>
                    <a:pt x="0" y="359028"/>
                  </a:lnTo>
                  <a:lnTo>
                    <a:pt x="0" y="7175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082790" y="1047750"/>
            <a:ext cx="1141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TextField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91200" y="1855089"/>
            <a:ext cx="5943600" cy="3936365"/>
          </a:xfrm>
          <a:prstGeom prst="rect">
            <a:avLst/>
          </a:prstGeom>
          <a:ln w="9525">
            <a:solidFill>
              <a:srgbClr val="48452A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320675" indent="-228600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20675" algn="l"/>
              </a:tabLst>
            </a:pPr>
            <a:r>
              <a:rPr dirty="0" sz="1200" b="1">
                <a:latin typeface="Arial"/>
                <a:cs typeface="Arial"/>
              </a:rPr>
              <a:t>TextField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Widget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: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Taking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Input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Users</a:t>
            </a:r>
            <a:endParaRPr sz="1200">
              <a:latin typeface="Arial"/>
              <a:cs typeface="Arial"/>
            </a:endParaRPr>
          </a:p>
          <a:p>
            <a:pPr lvl="1" marL="35877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8775" algn="l"/>
              </a:tabLst>
            </a:pPr>
            <a:r>
              <a:rPr dirty="0" sz="1200">
                <a:latin typeface="Arial MT"/>
                <a:cs typeface="Arial MT"/>
              </a:rPr>
              <a:t>Search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bars</a:t>
            </a:r>
            <a:endParaRPr sz="1200">
              <a:latin typeface="Arial MT"/>
              <a:cs typeface="Arial MT"/>
            </a:endParaRPr>
          </a:p>
          <a:p>
            <a:pPr lvl="1" marL="35877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8775" algn="l"/>
              </a:tabLst>
            </a:pPr>
            <a:r>
              <a:rPr dirty="0" sz="1200">
                <a:latin typeface="Arial MT"/>
                <a:cs typeface="Arial MT"/>
              </a:rPr>
              <a:t>Login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Forms</a:t>
            </a:r>
            <a:endParaRPr sz="1200">
              <a:latin typeface="Arial MT"/>
              <a:cs typeface="Arial MT"/>
            </a:endParaRPr>
          </a:p>
          <a:p>
            <a:pPr lvl="1" marL="35877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8775" algn="l"/>
              </a:tabLst>
            </a:pPr>
            <a:r>
              <a:rPr dirty="0" sz="1200">
                <a:latin typeface="Arial MT"/>
                <a:cs typeface="Arial MT"/>
              </a:rPr>
              <a:t>Feedback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/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Comment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boxes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9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62255" indent="-170180">
              <a:lnSpc>
                <a:spcPct val="100000"/>
              </a:lnSpc>
              <a:buAutoNum type="arabicPeriod"/>
              <a:tabLst>
                <a:tab pos="262255" algn="l"/>
              </a:tabLst>
            </a:pPr>
            <a:r>
              <a:rPr dirty="0" sz="1200" b="1">
                <a:latin typeface="Arial"/>
                <a:cs typeface="Arial"/>
              </a:rPr>
              <a:t>Styled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using</a:t>
            </a:r>
            <a:endParaRPr sz="1200">
              <a:latin typeface="Arial"/>
              <a:cs typeface="Arial"/>
            </a:endParaRPr>
          </a:p>
          <a:p>
            <a:pPr lvl="1" marL="358775" indent="-94615">
              <a:lnSpc>
                <a:spcPct val="100000"/>
              </a:lnSpc>
              <a:spcBef>
                <a:spcPts val="700"/>
              </a:spcBef>
              <a:buChar char="-"/>
              <a:tabLst>
                <a:tab pos="358775" algn="l"/>
              </a:tabLst>
            </a:pPr>
            <a:r>
              <a:rPr dirty="0" sz="1200" spc="-10">
                <a:latin typeface="Arial MT"/>
                <a:cs typeface="Arial MT"/>
              </a:rPr>
              <a:t>decoration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adds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border,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icons</a:t>
            </a:r>
            <a:endParaRPr sz="1200">
              <a:latin typeface="Arial MT"/>
              <a:cs typeface="Arial MT"/>
            </a:endParaRPr>
          </a:p>
          <a:p>
            <a:pPr lvl="1" marL="35877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8775" algn="l"/>
              </a:tabLst>
            </a:pPr>
            <a:r>
              <a:rPr dirty="0" sz="1200" spc="-10">
                <a:latin typeface="Arial MT"/>
                <a:cs typeface="Arial MT"/>
              </a:rPr>
              <a:t>fillColor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background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color</a:t>
            </a:r>
            <a:endParaRPr sz="1200">
              <a:latin typeface="Arial MT"/>
              <a:cs typeface="Arial MT"/>
            </a:endParaRPr>
          </a:p>
          <a:p>
            <a:pPr lvl="1" marL="358775" indent="-94615">
              <a:lnSpc>
                <a:spcPct val="100000"/>
              </a:lnSpc>
              <a:spcBef>
                <a:spcPts val="705"/>
              </a:spcBef>
              <a:buChar char="-"/>
              <a:tabLst>
                <a:tab pos="358775" algn="l"/>
              </a:tabLst>
            </a:pPr>
            <a:r>
              <a:rPr dirty="0" sz="1200" spc="-20">
                <a:latin typeface="Arial MT"/>
                <a:cs typeface="Arial MT"/>
              </a:rPr>
              <a:t>contentPadding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space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inside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box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60985" indent="-16891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60985" algn="l"/>
              </a:tabLst>
            </a:pPr>
            <a:r>
              <a:rPr dirty="0" sz="1200" b="1">
                <a:latin typeface="Arial"/>
                <a:cs typeface="Arial"/>
              </a:rPr>
              <a:t>Custom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Icons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(from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SVG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files)</a:t>
            </a:r>
            <a:endParaRPr sz="1200">
              <a:latin typeface="Arial"/>
              <a:cs typeface="Arial"/>
            </a:endParaRPr>
          </a:p>
          <a:p>
            <a:pPr lvl="1" marL="35877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8775" algn="l"/>
              </a:tabLst>
            </a:pP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package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called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flutter_svg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0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ListView</a:t>
            </a:r>
            <a:r>
              <a:rPr dirty="0" spc="-114"/>
              <a:t> </a:t>
            </a:r>
            <a:r>
              <a:rPr dirty="0"/>
              <a:t>in</a:t>
            </a:r>
            <a:r>
              <a:rPr dirty="0" spc="-130"/>
              <a:t> </a:t>
            </a:r>
            <a:r>
              <a:rPr dirty="0"/>
              <a:t>Flutter</a:t>
            </a:r>
            <a:r>
              <a:rPr dirty="0" spc="-85"/>
              <a:t> </a:t>
            </a:r>
            <a:r>
              <a:rPr dirty="0" spc="-25"/>
              <a:t>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4800" y="1824532"/>
            <a:ext cx="10896600" cy="4213225"/>
          </a:xfrm>
          <a:prstGeom prst="rect">
            <a:avLst/>
          </a:prstGeom>
          <a:ln w="9525">
            <a:solidFill>
              <a:srgbClr val="48452A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257810" indent="-16700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ListView?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layout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widget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hold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children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widgets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 </a:t>
            </a:r>
            <a:r>
              <a:rPr dirty="0" sz="1200" spc="-20">
                <a:latin typeface="Arial MT"/>
                <a:cs typeface="Arial MT"/>
              </a:rPr>
              <a:t>automatically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adds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scrolling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screen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Why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ListView?</a:t>
            </a:r>
            <a:endParaRPr sz="1200">
              <a:latin typeface="Arial"/>
              <a:cs typeface="Arial"/>
            </a:endParaRPr>
          </a:p>
          <a:p>
            <a:pPr lvl="1" marL="356235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Lets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users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scroll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up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down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easily.</a:t>
            </a:r>
            <a:endParaRPr sz="1200">
              <a:latin typeface="Arial MT"/>
              <a:cs typeface="Arial MT"/>
            </a:endParaRPr>
          </a:p>
          <a:p>
            <a:pPr lvl="1" marL="356235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56235" algn="l"/>
              </a:tabLst>
            </a:pPr>
            <a:r>
              <a:rPr dirty="0" sz="1200">
                <a:latin typeface="Arial MT"/>
                <a:cs typeface="Arial MT"/>
              </a:rPr>
              <a:t>Makes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layout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responsive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small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screens.</a:t>
            </a:r>
            <a:endParaRPr sz="1200">
              <a:latin typeface="Arial MT"/>
              <a:cs typeface="Arial MT"/>
            </a:endParaRPr>
          </a:p>
          <a:p>
            <a:pPr lvl="1" marL="354330" indent="-92710">
              <a:lnSpc>
                <a:spcPct val="100000"/>
              </a:lnSpc>
              <a:spcBef>
                <a:spcPts val="695"/>
              </a:spcBef>
              <a:buChar char="-"/>
              <a:tabLst>
                <a:tab pos="354330" algn="l"/>
              </a:tabLst>
            </a:pPr>
            <a:r>
              <a:rPr dirty="0" sz="1200">
                <a:latin typeface="Arial MT"/>
                <a:cs typeface="Arial MT"/>
              </a:rPr>
              <a:t>Works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perfectly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showing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repeated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patterns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(i.e: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like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dishes,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prices,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icons.)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0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Works</a:t>
            </a:r>
            <a:endParaRPr sz="1200">
              <a:latin typeface="Arial"/>
              <a:cs typeface="Arial"/>
            </a:endParaRPr>
          </a:p>
          <a:p>
            <a:pPr lvl="1" marL="313690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13690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ListView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like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column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items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scroll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enabled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automatically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-"/>
            </a:pPr>
            <a:endParaRPr sz="1200">
              <a:latin typeface="Arial MT"/>
              <a:cs typeface="Arial MT"/>
            </a:endParaRPr>
          </a:p>
          <a:p>
            <a:pPr marL="257810" indent="-167005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dirty="0" sz="1200" b="1">
                <a:latin typeface="Arial"/>
                <a:cs typeface="Arial"/>
              </a:rPr>
              <a:t>Common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Mistakes</a:t>
            </a:r>
            <a:endParaRPr sz="1200">
              <a:latin typeface="Arial"/>
              <a:cs typeface="Arial"/>
            </a:endParaRPr>
          </a:p>
          <a:p>
            <a:pPr lvl="1" marL="313690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13690" algn="l"/>
              </a:tabLst>
            </a:pPr>
            <a:r>
              <a:rPr dirty="0" sz="1200" spc="-10">
                <a:latin typeface="Arial MT"/>
                <a:cs typeface="Arial MT"/>
              </a:rPr>
              <a:t>Forgetting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limit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ListView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height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inside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Column</a:t>
            </a:r>
            <a:endParaRPr sz="1200">
              <a:latin typeface="Arial MT"/>
              <a:cs typeface="Arial MT"/>
            </a:endParaRPr>
          </a:p>
          <a:p>
            <a:pPr lvl="1" marL="313690" indent="-94615">
              <a:lnSpc>
                <a:spcPct val="100000"/>
              </a:lnSpc>
              <a:spcBef>
                <a:spcPts val="710"/>
              </a:spcBef>
              <a:buChar char="-"/>
              <a:tabLst>
                <a:tab pos="313690" algn="l"/>
              </a:tabLst>
            </a:pPr>
            <a:r>
              <a:rPr dirty="0" sz="1200" spc="-10">
                <a:latin typeface="Arial MT"/>
                <a:cs typeface="Arial MT"/>
              </a:rPr>
              <a:t>Forgetting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padding</a:t>
            </a:r>
            <a:endParaRPr sz="1200">
              <a:latin typeface="Arial MT"/>
              <a:cs typeface="Arial MT"/>
            </a:endParaRPr>
          </a:p>
          <a:p>
            <a:pPr lvl="1" marL="313690" indent="-94615">
              <a:lnSpc>
                <a:spcPct val="100000"/>
              </a:lnSpc>
              <a:spcBef>
                <a:spcPts val="695"/>
              </a:spcBef>
              <a:buChar char="-"/>
              <a:tabLst>
                <a:tab pos="313690" algn="l"/>
              </a:tabLst>
            </a:pP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large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images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8300" y="1054100"/>
            <a:ext cx="2997200" cy="456565"/>
            <a:chOff x="368300" y="1054100"/>
            <a:chExt cx="2997200" cy="456565"/>
          </a:xfrm>
        </p:grpSpPr>
        <p:sp>
          <p:nvSpPr>
            <p:cNvPr id="9" name="object 9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2900045" y="0"/>
                  </a:moveTo>
                  <a:lnTo>
                    <a:pt x="71818" y="0"/>
                  </a:lnTo>
                  <a:lnTo>
                    <a:pt x="43865" y="5587"/>
                  </a:lnTo>
                  <a:lnTo>
                    <a:pt x="21031" y="20954"/>
                  </a:lnTo>
                  <a:lnTo>
                    <a:pt x="5638" y="43814"/>
                  </a:lnTo>
                  <a:lnTo>
                    <a:pt x="0" y="71754"/>
                  </a:lnTo>
                  <a:lnTo>
                    <a:pt x="0" y="359028"/>
                  </a:lnTo>
                  <a:lnTo>
                    <a:pt x="5638" y="386969"/>
                  </a:lnTo>
                  <a:lnTo>
                    <a:pt x="21031" y="409828"/>
                  </a:lnTo>
                  <a:lnTo>
                    <a:pt x="43865" y="425323"/>
                  </a:lnTo>
                  <a:lnTo>
                    <a:pt x="71818" y="430911"/>
                  </a:lnTo>
                  <a:lnTo>
                    <a:pt x="2900045" y="430911"/>
                  </a:lnTo>
                  <a:lnTo>
                    <a:pt x="2927985" y="425323"/>
                  </a:lnTo>
                  <a:lnTo>
                    <a:pt x="2950717" y="409828"/>
                  </a:lnTo>
                  <a:lnTo>
                    <a:pt x="2966212" y="386969"/>
                  </a:lnTo>
                  <a:lnTo>
                    <a:pt x="2971800" y="359028"/>
                  </a:lnTo>
                  <a:lnTo>
                    <a:pt x="2971800" y="71754"/>
                  </a:lnTo>
                  <a:lnTo>
                    <a:pt x="2966212" y="43814"/>
                  </a:lnTo>
                  <a:lnTo>
                    <a:pt x="2950717" y="20954"/>
                  </a:lnTo>
                  <a:lnTo>
                    <a:pt x="2927985" y="5587"/>
                  </a:lnTo>
                  <a:lnTo>
                    <a:pt x="29000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1000" y="1066800"/>
              <a:ext cx="2971800" cy="431165"/>
            </a:xfrm>
            <a:custGeom>
              <a:avLst/>
              <a:gdLst/>
              <a:ahLst/>
              <a:cxnLst/>
              <a:rect l="l" t="t" r="r" b="b"/>
              <a:pathLst>
                <a:path w="2971800" h="431165">
                  <a:moveTo>
                    <a:pt x="0" y="71754"/>
                  </a:moveTo>
                  <a:lnTo>
                    <a:pt x="5638" y="43814"/>
                  </a:lnTo>
                  <a:lnTo>
                    <a:pt x="21031" y="20954"/>
                  </a:lnTo>
                  <a:lnTo>
                    <a:pt x="43865" y="5587"/>
                  </a:lnTo>
                  <a:lnTo>
                    <a:pt x="71818" y="0"/>
                  </a:lnTo>
                  <a:lnTo>
                    <a:pt x="2900045" y="0"/>
                  </a:lnTo>
                  <a:lnTo>
                    <a:pt x="2927985" y="5587"/>
                  </a:lnTo>
                  <a:lnTo>
                    <a:pt x="2950717" y="20954"/>
                  </a:lnTo>
                  <a:lnTo>
                    <a:pt x="2966212" y="43814"/>
                  </a:lnTo>
                  <a:lnTo>
                    <a:pt x="2971800" y="71754"/>
                  </a:lnTo>
                  <a:lnTo>
                    <a:pt x="2971800" y="359028"/>
                  </a:lnTo>
                  <a:lnTo>
                    <a:pt x="2966212" y="386969"/>
                  </a:lnTo>
                  <a:lnTo>
                    <a:pt x="2950717" y="409828"/>
                  </a:lnTo>
                  <a:lnTo>
                    <a:pt x="2927985" y="425323"/>
                  </a:lnTo>
                  <a:lnTo>
                    <a:pt x="2900045" y="430911"/>
                  </a:lnTo>
                  <a:lnTo>
                    <a:pt x="71818" y="430911"/>
                  </a:lnTo>
                  <a:lnTo>
                    <a:pt x="43865" y="425323"/>
                  </a:lnTo>
                  <a:lnTo>
                    <a:pt x="21031" y="409828"/>
                  </a:lnTo>
                  <a:lnTo>
                    <a:pt x="5638" y="386969"/>
                  </a:lnTo>
                  <a:lnTo>
                    <a:pt x="0" y="359028"/>
                  </a:lnTo>
                  <a:lnTo>
                    <a:pt x="0" y="7175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37310" y="1047750"/>
            <a:ext cx="1047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ListView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79114" y="2359533"/>
            <a:ext cx="5032375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1F1F1F"/>
                </a:solidFill>
              </a:rPr>
              <a:t>CLASS</a:t>
            </a:r>
            <a:r>
              <a:rPr dirty="0" sz="4800" spc="-250">
                <a:solidFill>
                  <a:srgbClr val="1F1F1F"/>
                </a:solidFill>
              </a:rPr>
              <a:t> </a:t>
            </a:r>
            <a:r>
              <a:rPr dirty="0" sz="4800" spc="-10">
                <a:solidFill>
                  <a:srgbClr val="1F1F1F"/>
                </a:solidFill>
              </a:rPr>
              <a:t>ACTIVITY</a:t>
            </a:r>
            <a:endParaRPr sz="4800"/>
          </a:p>
          <a:p>
            <a:pPr algn="ctr">
              <a:lnSpc>
                <a:spcPct val="100000"/>
              </a:lnSpc>
            </a:pPr>
            <a:r>
              <a:rPr dirty="0" sz="4800" spc="-55">
                <a:solidFill>
                  <a:srgbClr val="1F1F1F"/>
                </a:solidFill>
              </a:rPr>
              <a:t>(Hands-</a:t>
            </a:r>
            <a:r>
              <a:rPr dirty="0" sz="4800">
                <a:solidFill>
                  <a:srgbClr val="1F1F1F"/>
                </a:solidFill>
              </a:rPr>
              <a:t>On</a:t>
            </a:r>
            <a:r>
              <a:rPr dirty="0" sz="4800" spc="50">
                <a:solidFill>
                  <a:srgbClr val="1F1F1F"/>
                </a:solidFill>
              </a:rPr>
              <a:t> </a:t>
            </a:r>
            <a:r>
              <a:rPr dirty="0" sz="4800" spc="-10">
                <a:solidFill>
                  <a:srgbClr val="1F1F1F"/>
                </a:solidFill>
              </a:rPr>
              <a:t>Practice)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413" y="84277"/>
            <a:ext cx="15335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Calibri"/>
                <a:cs typeface="Calibri"/>
              </a:rPr>
              <a:t>Content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6544" y="805941"/>
            <a:ext cx="529272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1.User</a:t>
            </a:r>
            <a:r>
              <a:rPr dirty="0" sz="4400" spc="-1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Interface</a:t>
            </a:r>
            <a:r>
              <a:rPr dirty="0" sz="4400" spc="-1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10" b="0">
                <a:solidFill>
                  <a:srgbClr val="000000"/>
                </a:solidFill>
                <a:latin typeface="Calibri"/>
                <a:cs typeface="Calibri"/>
              </a:rPr>
              <a:t>Design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3744" y="1493596"/>
            <a:ext cx="6440170" cy="3493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8630" algn="l"/>
              </a:tabLst>
            </a:pPr>
            <a:r>
              <a:rPr dirty="0" sz="4000" spc="-20">
                <a:latin typeface="Calibri"/>
                <a:cs typeface="Calibri"/>
              </a:rPr>
              <a:t>Stateless</a:t>
            </a:r>
            <a:r>
              <a:rPr dirty="0" sz="4000" spc="-18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and</a:t>
            </a:r>
            <a:r>
              <a:rPr dirty="0" sz="4000" spc="-70">
                <a:latin typeface="Calibri"/>
                <a:cs typeface="Calibri"/>
              </a:rPr>
              <a:t> </a:t>
            </a:r>
            <a:r>
              <a:rPr dirty="0" sz="4000" spc="-30">
                <a:latin typeface="Calibri"/>
                <a:cs typeface="Calibri"/>
              </a:rPr>
              <a:t>Stateful</a:t>
            </a:r>
            <a:r>
              <a:rPr dirty="0" sz="4000" spc="-18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Widget</a:t>
            </a:r>
            <a:endParaRPr sz="4000">
              <a:latin typeface="Calibri"/>
              <a:cs typeface="Calibri"/>
            </a:endParaRPr>
          </a:p>
          <a:p>
            <a:pPr marL="468630" indent="-4559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8630" algn="l"/>
              </a:tabLst>
            </a:pPr>
            <a:r>
              <a:rPr dirty="0" sz="4000">
                <a:latin typeface="Calibri"/>
                <a:cs typeface="Calibri"/>
              </a:rPr>
              <a:t>UI</a:t>
            </a:r>
            <a:r>
              <a:rPr dirty="0" sz="4000" spc="-14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Elements</a:t>
            </a:r>
            <a:r>
              <a:rPr dirty="0" sz="4000" spc="-125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and</a:t>
            </a:r>
            <a:r>
              <a:rPr dirty="0" sz="4000" spc="-145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Stylings</a:t>
            </a:r>
            <a:endParaRPr sz="40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3600" spc="-60">
                <a:latin typeface="Calibri"/>
                <a:cs typeface="Calibri"/>
              </a:rPr>
              <a:t>Text</a:t>
            </a:r>
            <a:r>
              <a:rPr dirty="0" sz="3600" spc="-2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Mobile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Application</a:t>
            </a:r>
            <a:endParaRPr sz="3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3600" spc="-10">
                <a:latin typeface="Calibri"/>
                <a:cs typeface="Calibri"/>
              </a:rPr>
              <a:t>Dimensions</a:t>
            </a:r>
            <a:r>
              <a:rPr dirty="0" sz="3600" spc="-1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12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Sizes</a:t>
            </a:r>
            <a:endParaRPr sz="3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3600" spc="-10">
                <a:latin typeface="Calibri"/>
                <a:cs typeface="Calibri"/>
              </a:rPr>
              <a:t>Colors</a:t>
            </a:r>
            <a:endParaRPr sz="3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3600" spc="-25">
                <a:latin typeface="Calibri"/>
                <a:cs typeface="Calibri"/>
              </a:rPr>
              <a:t>Images</a:t>
            </a:r>
            <a:r>
              <a:rPr dirty="0" sz="3600" spc="-1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204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Icons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911" y="174193"/>
            <a:ext cx="31165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8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35" b="1">
                <a:solidFill>
                  <a:srgbClr val="FFFFFF"/>
                </a:solidFill>
                <a:latin typeface="Calibri"/>
                <a:cs typeface="Calibri"/>
              </a:rPr>
              <a:t>Interface</a:t>
            </a:r>
            <a:r>
              <a:rPr dirty="0" sz="28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859" y="1354912"/>
            <a:ext cx="10260965" cy="343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basic</a:t>
            </a:r>
            <a:r>
              <a:rPr dirty="0" sz="3200" spc="-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building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block</a:t>
            </a:r>
            <a:r>
              <a:rPr dirty="0" sz="3200" spc="-1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Flutter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interface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0000"/>
                </a:solidFill>
                <a:latin typeface="Calibri"/>
                <a:cs typeface="Calibri"/>
              </a:rPr>
              <a:t>widget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79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200">
                <a:latin typeface="Calibri"/>
                <a:cs typeface="Calibri"/>
              </a:rPr>
              <a:t>Two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main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types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widgets</a:t>
            </a:r>
            <a:endParaRPr sz="3200">
              <a:latin typeface="Calibri"/>
              <a:cs typeface="Calibri"/>
            </a:endParaRPr>
          </a:p>
          <a:p>
            <a:pPr lvl="1" marL="984885" indent="-514984">
              <a:lnSpc>
                <a:spcPct val="100000"/>
              </a:lnSpc>
              <a:buAutoNum type="arabicPeriod"/>
              <a:tabLst>
                <a:tab pos="984885" algn="l"/>
              </a:tabLst>
            </a:pPr>
            <a:r>
              <a:rPr dirty="0" sz="3200" spc="-40">
                <a:latin typeface="Calibri"/>
                <a:cs typeface="Calibri"/>
              </a:rPr>
              <a:t>Stateless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</a:t>
            </a:r>
            <a:endParaRPr sz="3200">
              <a:latin typeface="Calibri"/>
              <a:cs typeface="Calibri"/>
            </a:endParaRPr>
          </a:p>
          <a:p>
            <a:pPr lvl="1" marL="984250" indent="-514350">
              <a:lnSpc>
                <a:spcPct val="100000"/>
              </a:lnSpc>
              <a:buAutoNum type="arabicPeriod"/>
              <a:tabLst>
                <a:tab pos="984250" algn="l"/>
              </a:tabLst>
            </a:pPr>
            <a:r>
              <a:rPr dirty="0" sz="3200" spc="-50">
                <a:latin typeface="Calibri"/>
                <a:cs typeface="Calibri"/>
              </a:rPr>
              <a:t>Stateful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</a:t>
            </a:r>
            <a:endParaRPr sz="32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3804"/>
              </a:spcBef>
              <a:buFont typeface="Arial MT"/>
              <a:buChar char="•"/>
              <a:tabLst>
                <a:tab pos="527685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stateful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widget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nested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within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7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stateless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9500" y="2086178"/>
            <a:ext cx="581279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20">
                <a:latin typeface="Calibri"/>
                <a:cs typeface="Calibri"/>
              </a:rPr>
              <a:t>Create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Flutter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Calibri"/>
                <a:cs typeface="Calibri"/>
              </a:rPr>
              <a:t>Create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new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named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“homepage”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Flutter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lib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4719" y="1158239"/>
            <a:ext cx="3808476" cy="42153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7683" y="174193"/>
            <a:ext cx="7322184" cy="5876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60" b="1">
                <a:solidFill>
                  <a:srgbClr val="FFFFFF"/>
                </a:solidFill>
                <a:latin typeface="Calibri"/>
                <a:cs typeface="Calibri"/>
              </a:rPr>
              <a:t>Hands-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800" spc="-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800" spc="-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Restaurant</a:t>
            </a:r>
            <a:r>
              <a:rPr dirty="0" sz="28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582930" marR="1090930" indent="-341630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584200" algn="l"/>
              </a:tabLst>
            </a:pPr>
            <a:r>
              <a:rPr dirty="0" sz="2800" spc="-85">
                <a:latin typeface="Calibri"/>
                <a:cs typeface="Calibri"/>
              </a:rPr>
              <a:t>Today,</a:t>
            </a:r>
            <a:r>
              <a:rPr dirty="0" sz="2800" spc="-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1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will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build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home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screen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	restaurant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app.</a:t>
            </a:r>
            <a:endParaRPr sz="2800">
              <a:latin typeface="Calibri"/>
              <a:cs typeface="Calibri"/>
            </a:endParaRPr>
          </a:p>
          <a:p>
            <a:pPr marL="582930" marR="834390" indent="-341630">
              <a:lnSpc>
                <a:spcPct val="100000"/>
              </a:lnSpc>
              <a:spcBef>
                <a:spcPts val="3395"/>
              </a:spcBef>
              <a:buFont typeface="Arial MT"/>
              <a:buChar char="•"/>
              <a:tabLst>
                <a:tab pos="584200" algn="l"/>
              </a:tabLst>
            </a:pPr>
            <a:r>
              <a:rPr dirty="0" sz="2800" spc="-40">
                <a:latin typeface="Calibri"/>
                <a:cs typeface="Calibri"/>
              </a:rPr>
              <a:t>You</a:t>
            </a:r>
            <a:r>
              <a:rPr dirty="0" sz="2800" spc="-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following 	widgets:</a:t>
            </a:r>
            <a:endParaRPr sz="2800">
              <a:latin typeface="Calibri"/>
              <a:cs typeface="Calibri"/>
            </a:endParaRPr>
          </a:p>
          <a:p>
            <a:pPr lvl="1" marL="1039494" indent="-340995">
              <a:lnSpc>
                <a:spcPct val="100000"/>
              </a:lnSpc>
              <a:buFont typeface="Wingdings"/>
              <a:buChar char=""/>
              <a:tabLst>
                <a:tab pos="1039494" algn="l"/>
              </a:tabLst>
            </a:pPr>
            <a:r>
              <a:rPr dirty="0" sz="2800" spc="-60">
                <a:latin typeface="Calibri"/>
                <a:cs typeface="Calibri"/>
              </a:rPr>
              <a:t>Text</a:t>
            </a:r>
            <a:r>
              <a:rPr dirty="0" sz="2800" spc="-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TextFields</a:t>
            </a:r>
            <a:endParaRPr sz="2800">
              <a:latin typeface="Calibri"/>
              <a:cs typeface="Calibri"/>
            </a:endParaRPr>
          </a:p>
          <a:p>
            <a:pPr lvl="1" marL="1038860" indent="-340360">
              <a:lnSpc>
                <a:spcPct val="100000"/>
              </a:lnSpc>
              <a:buFont typeface="Wingdings"/>
              <a:buChar char=""/>
              <a:tabLst>
                <a:tab pos="1038860" algn="l"/>
              </a:tabLst>
            </a:pPr>
            <a:r>
              <a:rPr dirty="0" sz="2800">
                <a:latin typeface="Calibri"/>
                <a:cs typeface="Calibri"/>
              </a:rPr>
              <a:t>Image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Icon</a:t>
            </a:r>
            <a:endParaRPr sz="2800">
              <a:latin typeface="Calibri"/>
              <a:cs typeface="Calibri"/>
            </a:endParaRPr>
          </a:p>
          <a:p>
            <a:pPr lvl="1" marL="1039494" indent="-34099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1039494" algn="l"/>
              </a:tabLst>
            </a:pPr>
            <a:r>
              <a:rPr dirty="0" sz="2800" spc="-10">
                <a:latin typeface="Calibri"/>
                <a:cs typeface="Calibri"/>
              </a:rPr>
              <a:t>ListView</a:t>
            </a:r>
            <a:endParaRPr sz="2800">
              <a:latin typeface="Calibri"/>
              <a:cs typeface="Calibri"/>
            </a:endParaRPr>
          </a:p>
          <a:p>
            <a:pPr marL="582295" marR="5080" indent="-340995">
              <a:lnSpc>
                <a:spcPct val="100000"/>
              </a:lnSpc>
              <a:spcBef>
                <a:spcPts val="3404"/>
              </a:spcBef>
              <a:buFont typeface="Arial MT"/>
              <a:buChar char="•"/>
              <a:tabLst>
                <a:tab pos="584200" algn="l"/>
              </a:tabLst>
            </a:pPr>
            <a:r>
              <a:rPr dirty="0" sz="2800" spc="-35">
                <a:latin typeface="Calibri"/>
                <a:cs typeface="Calibri"/>
              </a:rPr>
              <a:t>You</a:t>
            </a:r>
            <a:r>
              <a:rPr dirty="0" sz="2800" spc="-2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will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detailed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way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set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alignment,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dimension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color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your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widgets.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0" y="272541"/>
            <a:ext cx="2687447" cy="58261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736" y="1046226"/>
            <a:ext cx="6420485" cy="511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1: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Flutter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Project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374015" indent="-343535">
              <a:lnSpc>
                <a:spcPct val="100000"/>
              </a:lnSpc>
              <a:buFont typeface="Arial MT"/>
              <a:buChar char="•"/>
              <a:tabLst>
                <a:tab pos="374015" algn="l"/>
              </a:tabLst>
            </a:pPr>
            <a:r>
              <a:rPr dirty="0" sz="2400" spc="-20">
                <a:latin typeface="Calibri"/>
                <a:cs typeface="Calibri"/>
              </a:rPr>
              <a:t>lib/</a:t>
            </a:r>
            <a:endParaRPr sz="2400">
              <a:latin typeface="Calibri"/>
              <a:cs typeface="Calibri"/>
            </a:endParaRPr>
          </a:p>
          <a:p>
            <a:pPr marL="511175" indent="-480695">
              <a:lnSpc>
                <a:spcPct val="100000"/>
              </a:lnSpc>
              <a:spcBef>
                <a:spcPts val="105"/>
              </a:spcBef>
              <a:buChar char="•"/>
              <a:tabLst>
                <a:tab pos="511175" algn="l"/>
              </a:tabLst>
            </a:pPr>
            <a:r>
              <a:rPr dirty="0" sz="2400" spc="-409">
                <a:latin typeface="Arial MT"/>
                <a:cs typeface="Arial MT"/>
              </a:rPr>
              <a:t>├</a:t>
            </a:r>
            <a:r>
              <a:rPr dirty="0" sz="2400" spc="-409">
                <a:latin typeface="Calibri"/>
                <a:cs typeface="Calibri"/>
              </a:rPr>
              <a:t>──</a:t>
            </a:r>
            <a:r>
              <a:rPr dirty="0" sz="2400" spc="-2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mainrestaurant.dart</a:t>
            </a:r>
            <a:endParaRPr sz="2400">
              <a:latin typeface="Calibri"/>
              <a:cs typeface="Calibri"/>
            </a:endParaRPr>
          </a:p>
          <a:p>
            <a:pPr marL="511175" indent="-480695">
              <a:lnSpc>
                <a:spcPct val="100000"/>
              </a:lnSpc>
              <a:spcBef>
                <a:spcPts val="110"/>
              </a:spcBef>
              <a:buChar char="•"/>
              <a:tabLst>
                <a:tab pos="511175" algn="l"/>
              </a:tabLst>
            </a:pPr>
            <a:r>
              <a:rPr dirty="0" sz="2400" spc="-400">
                <a:latin typeface="Arial MT"/>
                <a:cs typeface="Arial MT"/>
              </a:rPr>
              <a:t>├</a:t>
            </a:r>
            <a:r>
              <a:rPr dirty="0" sz="2400" spc="-400">
                <a:latin typeface="Calibri"/>
                <a:cs typeface="Calibri"/>
              </a:rPr>
              <a:t>──</a:t>
            </a:r>
            <a:r>
              <a:rPr dirty="0" sz="2400" spc="-2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homepage.dart</a:t>
            </a:r>
            <a:endParaRPr sz="2400">
              <a:latin typeface="Calibri"/>
              <a:cs typeface="Calibri"/>
            </a:endParaRPr>
          </a:p>
          <a:p>
            <a:pPr marL="511175" indent="-48069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511175" algn="l"/>
              </a:tabLst>
            </a:pPr>
            <a:r>
              <a:rPr dirty="0" sz="2400">
                <a:latin typeface="Calibri"/>
                <a:cs typeface="Calibri"/>
              </a:rPr>
              <a:t>└──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models/</a:t>
            </a:r>
            <a:endParaRPr sz="2400">
              <a:latin typeface="Calibri"/>
              <a:cs typeface="Calibri"/>
            </a:endParaRPr>
          </a:p>
          <a:p>
            <a:pPr marL="919480" indent="-889000">
              <a:lnSpc>
                <a:spcPct val="100000"/>
              </a:lnSpc>
              <a:spcBef>
                <a:spcPts val="110"/>
              </a:spcBef>
              <a:buChar char="•"/>
              <a:tabLst>
                <a:tab pos="919480" algn="l"/>
              </a:tabLst>
            </a:pPr>
            <a:r>
              <a:rPr dirty="0" sz="2400" spc="-400">
                <a:latin typeface="Arial MT"/>
                <a:cs typeface="Arial MT"/>
              </a:rPr>
              <a:t>├</a:t>
            </a:r>
            <a:r>
              <a:rPr dirty="0" sz="2400" spc="-400">
                <a:latin typeface="Calibri"/>
                <a:cs typeface="Calibri"/>
              </a:rPr>
              <a:t>──</a:t>
            </a:r>
            <a:r>
              <a:rPr dirty="0" sz="2400" spc="-25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category.dart</a:t>
            </a:r>
            <a:endParaRPr sz="2400">
              <a:latin typeface="Calibri"/>
              <a:cs typeface="Calibri"/>
            </a:endParaRPr>
          </a:p>
          <a:p>
            <a:pPr marL="919480" indent="-8890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919480" algn="l"/>
              </a:tabLst>
            </a:pPr>
            <a:r>
              <a:rPr dirty="0" sz="2400">
                <a:latin typeface="Calibri"/>
                <a:cs typeface="Calibri"/>
              </a:rPr>
              <a:t>└──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diet.dart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Times New Roman"/>
                <a:cs typeface="Times New Roman"/>
              </a:rPr>
              <a:t>mainrestaurant.dart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point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(where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main()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is).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Times New Roman"/>
                <a:cs typeface="Times New Roman"/>
              </a:rPr>
              <a:t>homepage.dart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screen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design.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models/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folder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store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(Category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Diet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info).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Import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assets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(images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icons)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Update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assets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pubspec.yaml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4390" y="1043558"/>
            <a:ext cx="4525010" cy="252450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45" y="1999665"/>
            <a:ext cx="234696" cy="210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736" y="1046226"/>
            <a:ext cx="6840855" cy="203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homepage.dart,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just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now: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800">
              <a:latin typeface="Arial MT"/>
              <a:cs typeface="Arial MT"/>
            </a:endParaRPr>
          </a:p>
          <a:p>
            <a:pPr marL="386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homepage.dart.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Creates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screen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(Scaffold)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AppBar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"Food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Menu"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title.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No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body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yet.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3118281"/>
            <a:ext cx="4709667" cy="28992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2005" y="981379"/>
            <a:ext cx="2296287" cy="503618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45" y="1999665"/>
            <a:ext cx="234696" cy="2106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dirty="0" spc="-75"/>
              <a:t> </a:t>
            </a:r>
            <a:r>
              <a:rPr dirty="0"/>
              <a:t>3</a:t>
            </a:r>
            <a:r>
              <a:rPr dirty="0" spc="-3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/>
              <a:t>Build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AppBar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Search</a:t>
            </a:r>
            <a:r>
              <a:rPr dirty="0" spc="-25"/>
              <a:t> </a:t>
            </a:r>
            <a:r>
              <a:rPr dirty="0"/>
              <a:t>Bar</a:t>
            </a:r>
            <a:r>
              <a:rPr dirty="0" spc="-25"/>
              <a:t> </a:t>
            </a:r>
            <a:r>
              <a:rPr dirty="0"/>
              <a:t>(Basic</a:t>
            </a:r>
            <a:r>
              <a:rPr dirty="0" spc="-10"/>
              <a:t> </a:t>
            </a:r>
            <a:r>
              <a:rPr dirty="0" spc="-25"/>
              <a:t>UI)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60"/>
              </a:spcBef>
            </a:pPr>
          </a:p>
          <a:p>
            <a:pPr marL="38608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/>
                <a:cs typeface="Times New Roman"/>
              </a:rPr>
              <a:t>In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homepage.dart.</a:t>
            </a:r>
          </a:p>
          <a:p>
            <a:pPr marL="299085" indent="-28638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latin typeface="Times New Roman"/>
                <a:cs typeface="Times New Roman"/>
              </a:rPr>
              <a:t>First,</a:t>
            </a:r>
            <a:r>
              <a:rPr dirty="0" spc="-7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instead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20">
                <a:latin typeface="Times New Roman"/>
                <a:cs typeface="Times New Roman"/>
              </a:rPr>
              <a:t>plain</a:t>
            </a:r>
            <a:r>
              <a:rPr dirty="0" spc="-12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AppBar,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create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custom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function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for</a:t>
            </a:r>
            <a:r>
              <a:rPr dirty="0" spc="-10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AppBar</a:t>
            </a: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>
                <a:latin typeface="Times New Roman"/>
                <a:cs typeface="Times New Roman"/>
              </a:rPr>
              <a:t>to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make it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clean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reusable.</a:t>
            </a:r>
          </a:p>
          <a:p>
            <a:pPr marL="299085" indent="-28638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latin typeface="Times New Roman"/>
                <a:cs typeface="Times New Roman"/>
              </a:rPr>
              <a:t>Then,</a:t>
            </a:r>
            <a:r>
              <a:rPr dirty="0" spc="-6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your</a:t>
            </a:r>
            <a:r>
              <a:rPr dirty="0" spc="-7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Scaffold,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change: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5147" y="3623183"/>
            <a:ext cx="2923540" cy="25336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42900">
              <a:lnSpc>
                <a:spcPts val="1845"/>
              </a:lnSpc>
            </a:pPr>
            <a:r>
              <a:rPr dirty="0" sz="1800" spc="-10">
                <a:latin typeface="Times New Roman"/>
                <a:cs typeface="Times New Roman"/>
              </a:rPr>
              <a:t>appBar: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_appBarFunction(),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1024826"/>
            <a:ext cx="3943857" cy="49536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50113"/>
            <a:ext cx="2692019" cy="59578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495800" y="3343275"/>
            <a:ext cx="2438400" cy="171450"/>
            <a:chOff x="4495800" y="3343275"/>
            <a:chExt cx="2438400" cy="1714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50" y="3343275"/>
              <a:ext cx="114300" cy="1714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95800" y="3400424"/>
              <a:ext cx="2438400" cy="57150"/>
            </a:xfrm>
            <a:custGeom>
              <a:avLst/>
              <a:gdLst/>
              <a:ahLst/>
              <a:cxnLst/>
              <a:rect l="l" t="t" r="r" b="b"/>
              <a:pathLst>
                <a:path w="2438400" h="57150">
                  <a:moveTo>
                    <a:pt x="22669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266950" y="57150"/>
                  </a:lnTo>
                  <a:lnTo>
                    <a:pt x="2266950" y="0"/>
                  </a:lnTo>
                  <a:close/>
                </a:path>
                <a:path w="2438400" h="57150">
                  <a:moveTo>
                    <a:pt x="2438400" y="28575"/>
                  </a:moveTo>
                  <a:lnTo>
                    <a:pt x="2381250" y="0"/>
                  </a:lnTo>
                  <a:lnTo>
                    <a:pt x="2295525" y="0"/>
                  </a:lnTo>
                  <a:lnTo>
                    <a:pt x="2295525" y="57150"/>
                  </a:lnTo>
                  <a:lnTo>
                    <a:pt x="2381250" y="57150"/>
                  </a:lnTo>
                  <a:lnTo>
                    <a:pt x="243840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7889494" y="2746120"/>
            <a:ext cx="1372235" cy="1372870"/>
          </a:xfrm>
          <a:custGeom>
            <a:avLst/>
            <a:gdLst/>
            <a:ahLst/>
            <a:cxnLst/>
            <a:rect l="l" t="t" r="r" b="b"/>
            <a:pathLst>
              <a:path w="1372234" h="1372870">
                <a:moveTo>
                  <a:pt x="1371854" y="686308"/>
                </a:moveTo>
                <a:lnTo>
                  <a:pt x="1370076" y="637286"/>
                </a:lnTo>
                <a:lnTo>
                  <a:pt x="1364996" y="589153"/>
                </a:lnTo>
                <a:lnTo>
                  <a:pt x="1356741" y="542036"/>
                </a:lnTo>
                <a:lnTo>
                  <a:pt x="1345184" y="496189"/>
                </a:lnTo>
                <a:lnTo>
                  <a:pt x="1330706" y="451612"/>
                </a:lnTo>
                <a:lnTo>
                  <a:pt x="1313307" y="408305"/>
                </a:lnTo>
                <a:lnTo>
                  <a:pt x="1293114" y="366649"/>
                </a:lnTo>
                <a:lnTo>
                  <a:pt x="1270381" y="326644"/>
                </a:lnTo>
                <a:lnTo>
                  <a:pt x="1244981" y="288290"/>
                </a:lnTo>
                <a:lnTo>
                  <a:pt x="1217041" y="251841"/>
                </a:lnTo>
                <a:lnTo>
                  <a:pt x="1186942" y="217297"/>
                </a:lnTo>
                <a:lnTo>
                  <a:pt x="1154557" y="184912"/>
                </a:lnTo>
                <a:lnTo>
                  <a:pt x="1149477" y="180594"/>
                </a:lnTo>
                <a:lnTo>
                  <a:pt x="1120140" y="154813"/>
                </a:lnTo>
                <a:lnTo>
                  <a:pt x="1083691" y="127000"/>
                </a:lnTo>
                <a:lnTo>
                  <a:pt x="1045337" y="101473"/>
                </a:lnTo>
                <a:lnTo>
                  <a:pt x="1005332" y="78613"/>
                </a:lnTo>
                <a:lnTo>
                  <a:pt x="992759" y="72567"/>
                </a:lnTo>
                <a:lnTo>
                  <a:pt x="992759" y="487553"/>
                </a:lnTo>
                <a:lnTo>
                  <a:pt x="989076" y="537083"/>
                </a:lnTo>
                <a:lnTo>
                  <a:pt x="978281" y="583057"/>
                </a:lnTo>
                <a:lnTo>
                  <a:pt x="960882" y="624967"/>
                </a:lnTo>
                <a:lnTo>
                  <a:pt x="937260" y="662686"/>
                </a:lnTo>
                <a:lnTo>
                  <a:pt x="907796" y="695579"/>
                </a:lnTo>
                <a:lnTo>
                  <a:pt x="872998" y="723519"/>
                </a:lnTo>
                <a:lnTo>
                  <a:pt x="833120" y="745871"/>
                </a:lnTo>
                <a:lnTo>
                  <a:pt x="788670" y="762508"/>
                </a:lnTo>
                <a:lnTo>
                  <a:pt x="776097" y="765200"/>
                </a:lnTo>
                <a:lnTo>
                  <a:pt x="776097" y="1101598"/>
                </a:lnTo>
                <a:lnTo>
                  <a:pt x="769112" y="1137031"/>
                </a:lnTo>
                <a:lnTo>
                  <a:pt x="749935" y="1165733"/>
                </a:lnTo>
                <a:lnTo>
                  <a:pt x="721360" y="1184910"/>
                </a:lnTo>
                <a:lnTo>
                  <a:pt x="685927" y="1191895"/>
                </a:lnTo>
                <a:lnTo>
                  <a:pt x="650494" y="1184910"/>
                </a:lnTo>
                <a:lnTo>
                  <a:pt x="621792" y="1165733"/>
                </a:lnTo>
                <a:lnTo>
                  <a:pt x="602615" y="1137031"/>
                </a:lnTo>
                <a:lnTo>
                  <a:pt x="595630" y="1101598"/>
                </a:lnTo>
                <a:lnTo>
                  <a:pt x="602615" y="1066165"/>
                </a:lnTo>
                <a:lnTo>
                  <a:pt x="621792" y="1037590"/>
                </a:lnTo>
                <a:lnTo>
                  <a:pt x="650494" y="1018286"/>
                </a:lnTo>
                <a:lnTo>
                  <a:pt x="685927" y="1011301"/>
                </a:lnTo>
                <a:lnTo>
                  <a:pt x="721360" y="1018286"/>
                </a:lnTo>
                <a:lnTo>
                  <a:pt x="749935" y="1037590"/>
                </a:lnTo>
                <a:lnTo>
                  <a:pt x="769112" y="1066165"/>
                </a:lnTo>
                <a:lnTo>
                  <a:pt x="776097" y="1101598"/>
                </a:lnTo>
                <a:lnTo>
                  <a:pt x="776097" y="765200"/>
                </a:lnTo>
                <a:lnTo>
                  <a:pt x="740029" y="772922"/>
                </a:lnTo>
                <a:lnTo>
                  <a:pt x="740029" y="939165"/>
                </a:lnTo>
                <a:lnTo>
                  <a:pt x="631698" y="939165"/>
                </a:lnTo>
                <a:lnTo>
                  <a:pt x="631698" y="668147"/>
                </a:lnTo>
                <a:lnTo>
                  <a:pt x="685927" y="668147"/>
                </a:lnTo>
                <a:lnTo>
                  <a:pt x="734949" y="663956"/>
                </a:lnTo>
                <a:lnTo>
                  <a:pt x="778129" y="651637"/>
                </a:lnTo>
                <a:lnTo>
                  <a:pt x="814832" y="631825"/>
                </a:lnTo>
                <a:lnTo>
                  <a:pt x="844423" y="604901"/>
                </a:lnTo>
                <a:lnTo>
                  <a:pt x="866267" y="571627"/>
                </a:lnTo>
                <a:lnTo>
                  <a:pt x="879856" y="532257"/>
                </a:lnTo>
                <a:lnTo>
                  <a:pt x="884428" y="487553"/>
                </a:lnTo>
                <a:lnTo>
                  <a:pt x="879475" y="441833"/>
                </a:lnTo>
                <a:lnTo>
                  <a:pt x="864997" y="398399"/>
                </a:lnTo>
                <a:lnTo>
                  <a:pt x="842137" y="361696"/>
                </a:lnTo>
                <a:lnTo>
                  <a:pt x="811784" y="331343"/>
                </a:lnTo>
                <a:lnTo>
                  <a:pt x="774954" y="308483"/>
                </a:lnTo>
                <a:lnTo>
                  <a:pt x="732663" y="294005"/>
                </a:lnTo>
                <a:lnTo>
                  <a:pt x="685927" y="288925"/>
                </a:lnTo>
                <a:lnTo>
                  <a:pt x="635635" y="293370"/>
                </a:lnTo>
                <a:lnTo>
                  <a:pt x="592074" y="306578"/>
                </a:lnTo>
                <a:lnTo>
                  <a:pt x="555498" y="327914"/>
                </a:lnTo>
                <a:lnTo>
                  <a:pt x="526288" y="357124"/>
                </a:lnTo>
                <a:lnTo>
                  <a:pt x="504952" y="393573"/>
                </a:lnTo>
                <a:lnTo>
                  <a:pt x="491871" y="437388"/>
                </a:lnTo>
                <a:lnTo>
                  <a:pt x="487299" y="487553"/>
                </a:lnTo>
                <a:lnTo>
                  <a:pt x="379095" y="487553"/>
                </a:lnTo>
                <a:lnTo>
                  <a:pt x="382016" y="438912"/>
                </a:lnTo>
                <a:lnTo>
                  <a:pt x="390779" y="393700"/>
                </a:lnTo>
                <a:lnTo>
                  <a:pt x="405257" y="351790"/>
                </a:lnTo>
                <a:lnTo>
                  <a:pt x="424815" y="313944"/>
                </a:lnTo>
                <a:lnTo>
                  <a:pt x="449326" y="280289"/>
                </a:lnTo>
                <a:lnTo>
                  <a:pt x="478663" y="250952"/>
                </a:lnTo>
                <a:lnTo>
                  <a:pt x="512318" y="226314"/>
                </a:lnTo>
                <a:lnTo>
                  <a:pt x="550164" y="206756"/>
                </a:lnTo>
                <a:lnTo>
                  <a:pt x="591947" y="192405"/>
                </a:lnTo>
                <a:lnTo>
                  <a:pt x="637286" y="183515"/>
                </a:lnTo>
                <a:lnTo>
                  <a:pt x="685927" y="180594"/>
                </a:lnTo>
                <a:lnTo>
                  <a:pt x="731647" y="183896"/>
                </a:lnTo>
                <a:lnTo>
                  <a:pt x="775208" y="193421"/>
                </a:lnTo>
                <a:lnTo>
                  <a:pt x="816102" y="208788"/>
                </a:lnTo>
                <a:lnTo>
                  <a:pt x="853821" y="229489"/>
                </a:lnTo>
                <a:lnTo>
                  <a:pt x="887984" y="255143"/>
                </a:lnTo>
                <a:lnTo>
                  <a:pt x="918210" y="285369"/>
                </a:lnTo>
                <a:lnTo>
                  <a:pt x="943864" y="319532"/>
                </a:lnTo>
                <a:lnTo>
                  <a:pt x="964565" y="357251"/>
                </a:lnTo>
                <a:lnTo>
                  <a:pt x="979932" y="398145"/>
                </a:lnTo>
                <a:lnTo>
                  <a:pt x="989457" y="441833"/>
                </a:lnTo>
                <a:lnTo>
                  <a:pt x="992759" y="487553"/>
                </a:lnTo>
                <a:lnTo>
                  <a:pt x="992759" y="72567"/>
                </a:lnTo>
                <a:lnTo>
                  <a:pt x="920496" y="41148"/>
                </a:lnTo>
                <a:lnTo>
                  <a:pt x="875919" y="26543"/>
                </a:lnTo>
                <a:lnTo>
                  <a:pt x="830072" y="15113"/>
                </a:lnTo>
                <a:lnTo>
                  <a:pt x="782955" y="6731"/>
                </a:lnTo>
                <a:lnTo>
                  <a:pt x="734949" y="1651"/>
                </a:lnTo>
                <a:lnTo>
                  <a:pt x="685927" y="0"/>
                </a:lnTo>
                <a:lnTo>
                  <a:pt x="636905" y="1651"/>
                </a:lnTo>
                <a:lnTo>
                  <a:pt x="588772" y="6731"/>
                </a:lnTo>
                <a:lnTo>
                  <a:pt x="541782" y="15113"/>
                </a:lnTo>
                <a:lnTo>
                  <a:pt x="495935" y="26543"/>
                </a:lnTo>
                <a:lnTo>
                  <a:pt x="451358" y="41148"/>
                </a:lnTo>
                <a:lnTo>
                  <a:pt x="408178" y="58547"/>
                </a:lnTo>
                <a:lnTo>
                  <a:pt x="366522" y="78613"/>
                </a:lnTo>
                <a:lnTo>
                  <a:pt x="326390" y="101473"/>
                </a:lnTo>
                <a:lnTo>
                  <a:pt x="288163" y="127000"/>
                </a:lnTo>
                <a:lnTo>
                  <a:pt x="251714" y="154813"/>
                </a:lnTo>
                <a:lnTo>
                  <a:pt x="217297" y="184912"/>
                </a:lnTo>
                <a:lnTo>
                  <a:pt x="184912" y="217297"/>
                </a:lnTo>
                <a:lnTo>
                  <a:pt x="154686" y="251841"/>
                </a:lnTo>
                <a:lnTo>
                  <a:pt x="126873" y="288290"/>
                </a:lnTo>
                <a:lnTo>
                  <a:pt x="101473" y="326644"/>
                </a:lnTo>
                <a:lnTo>
                  <a:pt x="78613" y="366649"/>
                </a:lnTo>
                <a:lnTo>
                  <a:pt x="58420" y="408305"/>
                </a:lnTo>
                <a:lnTo>
                  <a:pt x="41148" y="451612"/>
                </a:lnTo>
                <a:lnTo>
                  <a:pt x="26543" y="496189"/>
                </a:lnTo>
                <a:lnTo>
                  <a:pt x="15113" y="542036"/>
                </a:lnTo>
                <a:lnTo>
                  <a:pt x="6858" y="589153"/>
                </a:lnTo>
                <a:lnTo>
                  <a:pt x="1651" y="637286"/>
                </a:lnTo>
                <a:lnTo>
                  <a:pt x="0" y="686308"/>
                </a:lnTo>
                <a:lnTo>
                  <a:pt x="1651" y="735330"/>
                </a:lnTo>
                <a:lnTo>
                  <a:pt x="6858" y="783475"/>
                </a:lnTo>
                <a:lnTo>
                  <a:pt x="15113" y="830453"/>
                </a:lnTo>
                <a:lnTo>
                  <a:pt x="26543" y="876300"/>
                </a:lnTo>
                <a:lnTo>
                  <a:pt x="41148" y="921004"/>
                </a:lnTo>
                <a:lnTo>
                  <a:pt x="58420" y="964184"/>
                </a:lnTo>
                <a:lnTo>
                  <a:pt x="78613" y="1005840"/>
                </a:lnTo>
                <a:lnTo>
                  <a:pt x="101473" y="1045972"/>
                </a:lnTo>
                <a:lnTo>
                  <a:pt x="126873" y="1084199"/>
                </a:lnTo>
                <a:lnTo>
                  <a:pt x="154686" y="1120648"/>
                </a:lnTo>
                <a:lnTo>
                  <a:pt x="184912" y="1155192"/>
                </a:lnTo>
                <a:lnTo>
                  <a:pt x="217297" y="1187577"/>
                </a:lnTo>
                <a:lnTo>
                  <a:pt x="251714" y="1217676"/>
                </a:lnTo>
                <a:lnTo>
                  <a:pt x="288163" y="1245616"/>
                </a:lnTo>
                <a:lnTo>
                  <a:pt x="326390" y="1271016"/>
                </a:lnTo>
                <a:lnTo>
                  <a:pt x="366522" y="1293876"/>
                </a:lnTo>
                <a:lnTo>
                  <a:pt x="408178" y="1314069"/>
                </a:lnTo>
                <a:lnTo>
                  <a:pt x="451358" y="1331468"/>
                </a:lnTo>
                <a:lnTo>
                  <a:pt x="495935" y="1345946"/>
                </a:lnTo>
                <a:lnTo>
                  <a:pt x="541782" y="1357376"/>
                </a:lnTo>
                <a:lnTo>
                  <a:pt x="588772" y="1365758"/>
                </a:lnTo>
                <a:lnTo>
                  <a:pt x="636905" y="1370838"/>
                </a:lnTo>
                <a:lnTo>
                  <a:pt x="685927" y="1372616"/>
                </a:lnTo>
                <a:lnTo>
                  <a:pt x="734949" y="1370838"/>
                </a:lnTo>
                <a:lnTo>
                  <a:pt x="782955" y="1365758"/>
                </a:lnTo>
                <a:lnTo>
                  <a:pt x="830072" y="1357376"/>
                </a:lnTo>
                <a:lnTo>
                  <a:pt x="875919" y="1345946"/>
                </a:lnTo>
                <a:lnTo>
                  <a:pt x="920496" y="1331468"/>
                </a:lnTo>
                <a:lnTo>
                  <a:pt x="963676" y="1314069"/>
                </a:lnTo>
                <a:lnTo>
                  <a:pt x="1005332" y="1293876"/>
                </a:lnTo>
                <a:lnTo>
                  <a:pt x="1045337" y="1271016"/>
                </a:lnTo>
                <a:lnTo>
                  <a:pt x="1083691" y="1245616"/>
                </a:lnTo>
                <a:lnTo>
                  <a:pt x="1120140" y="1217676"/>
                </a:lnTo>
                <a:lnTo>
                  <a:pt x="1149477" y="1191895"/>
                </a:lnTo>
                <a:lnTo>
                  <a:pt x="1186942" y="1155192"/>
                </a:lnTo>
                <a:lnTo>
                  <a:pt x="1217041" y="1120648"/>
                </a:lnTo>
                <a:lnTo>
                  <a:pt x="1244981" y="1084199"/>
                </a:lnTo>
                <a:lnTo>
                  <a:pt x="1270381" y="1045972"/>
                </a:lnTo>
                <a:lnTo>
                  <a:pt x="1290066" y="1011301"/>
                </a:lnTo>
                <a:lnTo>
                  <a:pt x="1313307" y="964184"/>
                </a:lnTo>
                <a:lnTo>
                  <a:pt x="1345184" y="876300"/>
                </a:lnTo>
                <a:lnTo>
                  <a:pt x="1356741" y="830453"/>
                </a:lnTo>
                <a:lnTo>
                  <a:pt x="1364996" y="783475"/>
                </a:lnTo>
                <a:lnTo>
                  <a:pt x="1370076" y="735330"/>
                </a:lnTo>
                <a:lnTo>
                  <a:pt x="1371854" y="686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6773"/>
            <a:ext cx="12192000" cy="5991225"/>
          </a:xfrm>
          <a:custGeom>
            <a:avLst/>
            <a:gdLst/>
            <a:ahLst/>
            <a:cxnLst/>
            <a:rect l="l" t="t" r="r" b="b"/>
            <a:pathLst>
              <a:path w="12192000" h="5991225">
                <a:moveTo>
                  <a:pt x="12192000" y="0"/>
                </a:moveTo>
                <a:lnTo>
                  <a:pt x="0" y="0"/>
                </a:lnTo>
                <a:lnTo>
                  <a:pt x="0" y="5991225"/>
                </a:lnTo>
                <a:lnTo>
                  <a:pt x="12192000" y="59912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65100"/>
          </a:xfrm>
          <a:custGeom>
            <a:avLst/>
            <a:gdLst/>
            <a:ahLst/>
            <a:cxnLst/>
            <a:rect l="l" t="t" r="r" b="b"/>
            <a:pathLst>
              <a:path w="12192000" h="165100">
                <a:moveTo>
                  <a:pt x="12192000" y="0"/>
                </a:moveTo>
                <a:lnTo>
                  <a:pt x="0" y="0"/>
                </a:lnTo>
                <a:lnTo>
                  <a:pt x="0" y="164592"/>
                </a:lnTo>
                <a:lnTo>
                  <a:pt x="12192000" y="164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5485" y="4997866"/>
            <a:ext cx="6019800" cy="1740535"/>
          </a:xfrm>
          <a:custGeom>
            <a:avLst/>
            <a:gdLst/>
            <a:ahLst/>
            <a:cxnLst/>
            <a:rect l="l" t="t" r="r" b="b"/>
            <a:pathLst>
              <a:path w="6019800" h="1740534">
                <a:moveTo>
                  <a:pt x="0" y="1740535"/>
                </a:moveTo>
                <a:lnTo>
                  <a:pt x="6019800" y="1740535"/>
                </a:lnTo>
                <a:lnTo>
                  <a:pt x="6019800" y="0"/>
                </a:lnTo>
                <a:lnTo>
                  <a:pt x="0" y="0"/>
                </a:lnTo>
                <a:lnTo>
                  <a:pt x="0" y="1740535"/>
                </a:lnTo>
                <a:close/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99946" y="6246367"/>
            <a:ext cx="31076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r>
              <a:rPr dirty="0" sz="180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95" y="1548383"/>
            <a:ext cx="589026" cy="48082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3870" y="1046226"/>
            <a:ext cx="6898005" cy="2511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4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Search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Below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AppBar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3848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homepage.dart.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Next,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let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"search"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menu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items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(even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though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not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functional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yet,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it's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design).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Below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_appBarFunction(),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create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another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function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inside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build(),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update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body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200" y="1048511"/>
            <a:ext cx="4673092" cy="51236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466" y="3641597"/>
            <a:ext cx="5667121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50113"/>
            <a:ext cx="2692019" cy="59578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495800" y="3343275"/>
            <a:ext cx="2438400" cy="171450"/>
            <a:chOff x="4495800" y="3343275"/>
            <a:chExt cx="2438400" cy="1714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50" y="3343275"/>
              <a:ext cx="114300" cy="1714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95800" y="3400424"/>
              <a:ext cx="2438400" cy="57150"/>
            </a:xfrm>
            <a:custGeom>
              <a:avLst/>
              <a:gdLst/>
              <a:ahLst/>
              <a:cxnLst/>
              <a:rect l="l" t="t" r="r" b="b"/>
              <a:pathLst>
                <a:path w="2438400" h="57150">
                  <a:moveTo>
                    <a:pt x="22669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266950" y="57150"/>
                  </a:lnTo>
                  <a:lnTo>
                    <a:pt x="2266950" y="0"/>
                  </a:lnTo>
                  <a:close/>
                </a:path>
                <a:path w="2438400" h="57150">
                  <a:moveTo>
                    <a:pt x="2438400" y="28575"/>
                  </a:moveTo>
                  <a:lnTo>
                    <a:pt x="2381250" y="0"/>
                  </a:lnTo>
                  <a:lnTo>
                    <a:pt x="2295525" y="0"/>
                  </a:lnTo>
                  <a:lnTo>
                    <a:pt x="2295525" y="57150"/>
                  </a:lnTo>
                  <a:lnTo>
                    <a:pt x="2381250" y="57150"/>
                  </a:lnTo>
                  <a:lnTo>
                    <a:pt x="243840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0676" y="467893"/>
            <a:ext cx="2898267" cy="59400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6773"/>
            <a:ext cx="12192000" cy="5991225"/>
          </a:xfrm>
          <a:custGeom>
            <a:avLst/>
            <a:gdLst/>
            <a:ahLst/>
            <a:cxnLst/>
            <a:rect l="l" t="t" r="r" b="b"/>
            <a:pathLst>
              <a:path w="12192000" h="5991225">
                <a:moveTo>
                  <a:pt x="12192000" y="0"/>
                </a:moveTo>
                <a:lnTo>
                  <a:pt x="0" y="0"/>
                </a:lnTo>
                <a:lnTo>
                  <a:pt x="0" y="5991225"/>
                </a:lnTo>
                <a:lnTo>
                  <a:pt x="12192000" y="59912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65100"/>
          </a:xfrm>
          <a:custGeom>
            <a:avLst/>
            <a:gdLst/>
            <a:ahLst/>
            <a:cxnLst/>
            <a:rect l="l" t="t" r="r" b="b"/>
            <a:pathLst>
              <a:path w="12192000" h="165100">
                <a:moveTo>
                  <a:pt x="12192000" y="0"/>
                </a:moveTo>
                <a:lnTo>
                  <a:pt x="0" y="0"/>
                </a:lnTo>
                <a:lnTo>
                  <a:pt x="0" y="164592"/>
                </a:lnTo>
                <a:lnTo>
                  <a:pt x="12192000" y="164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0" y="164592"/>
            <a:ext cx="12192000" cy="6659245"/>
            <a:chOff x="0" y="164592"/>
            <a:chExt cx="12192000" cy="6659245"/>
          </a:xfrm>
        </p:grpSpPr>
        <p:sp>
          <p:nvSpPr>
            <p:cNvPr id="8" name="object 8"/>
            <p:cNvSpPr/>
            <p:nvPr/>
          </p:nvSpPr>
          <p:spPr>
            <a:xfrm>
              <a:off x="0" y="164592"/>
              <a:ext cx="12192000" cy="702310"/>
            </a:xfrm>
            <a:custGeom>
              <a:avLst/>
              <a:gdLst/>
              <a:ahLst/>
              <a:cxnLst/>
              <a:rect l="l" t="t" r="r" b="b"/>
              <a:pathLst>
                <a:path w="12192000" h="702310">
                  <a:moveTo>
                    <a:pt x="12192000" y="0"/>
                  </a:moveTo>
                  <a:lnTo>
                    <a:pt x="0" y="0"/>
                  </a:lnTo>
                  <a:lnTo>
                    <a:pt x="0" y="702182"/>
                  </a:lnTo>
                  <a:lnTo>
                    <a:pt x="12192000" y="70218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F38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00" y="374347"/>
              <a:ext cx="4783963" cy="644931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95" y="1548383"/>
              <a:ext cx="589026" cy="48082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83870" y="1046226"/>
            <a:ext cx="4419600" cy="1273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4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CategoryModel</a:t>
            </a:r>
            <a:r>
              <a:rPr dirty="0" sz="1800" spc="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Class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lib/models/,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category.dart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file.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Copy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category.txt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there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6773"/>
            <a:ext cx="12192000" cy="5991225"/>
          </a:xfrm>
          <a:custGeom>
            <a:avLst/>
            <a:gdLst/>
            <a:ahLst/>
            <a:cxnLst/>
            <a:rect l="l" t="t" r="r" b="b"/>
            <a:pathLst>
              <a:path w="12192000" h="5991225">
                <a:moveTo>
                  <a:pt x="12192000" y="0"/>
                </a:moveTo>
                <a:lnTo>
                  <a:pt x="0" y="0"/>
                </a:lnTo>
                <a:lnTo>
                  <a:pt x="0" y="5991225"/>
                </a:lnTo>
                <a:lnTo>
                  <a:pt x="12192000" y="59912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65100"/>
          </a:xfrm>
          <a:custGeom>
            <a:avLst/>
            <a:gdLst/>
            <a:ahLst/>
            <a:cxnLst/>
            <a:rect l="l" t="t" r="r" b="b"/>
            <a:pathLst>
              <a:path w="12192000" h="165100">
                <a:moveTo>
                  <a:pt x="12192000" y="0"/>
                </a:moveTo>
                <a:lnTo>
                  <a:pt x="0" y="0"/>
                </a:lnTo>
                <a:lnTo>
                  <a:pt x="0" y="164592"/>
                </a:lnTo>
                <a:lnTo>
                  <a:pt x="12192000" y="164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0" y="164592"/>
            <a:ext cx="12192000" cy="6662420"/>
            <a:chOff x="0" y="164592"/>
            <a:chExt cx="12192000" cy="6662420"/>
          </a:xfrm>
        </p:grpSpPr>
        <p:sp>
          <p:nvSpPr>
            <p:cNvPr id="8" name="object 8"/>
            <p:cNvSpPr/>
            <p:nvPr/>
          </p:nvSpPr>
          <p:spPr>
            <a:xfrm>
              <a:off x="0" y="164592"/>
              <a:ext cx="12192000" cy="702310"/>
            </a:xfrm>
            <a:custGeom>
              <a:avLst/>
              <a:gdLst/>
              <a:ahLst/>
              <a:cxnLst/>
              <a:rect l="l" t="t" r="r" b="b"/>
              <a:pathLst>
                <a:path w="12192000" h="702310">
                  <a:moveTo>
                    <a:pt x="12192000" y="0"/>
                  </a:moveTo>
                  <a:lnTo>
                    <a:pt x="0" y="0"/>
                  </a:lnTo>
                  <a:lnTo>
                    <a:pt x="0" y="702182"/>
                  </a:lnTo>
                  <a:lnTo>
                    <a:pt x="12192000" y="70218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F38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400" y="261103"/>
              <a:ext cx="3873500" cy="65653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547" y="1697736"/>
              <a:ext cx="589026" cy="48082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7703" y="1098041"/>
            <a:ext cx="3776345" cy="1362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DietModel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Class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8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lib/models/,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diet.dart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Copy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diet.txt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paste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10">
                <a:latin typeface="Times New Roman"/>
                <a:cs typeface="Times New Roman"/>
              </a:rPr>
              <a:t> there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6900" y="1470736"/>
            <a:ext cx="6273800" cy="4617720"/>
            <a:chOff x="596900" y="1470736"/>
            <a:chExt cx="6273800" cy="46177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440" y="1470736"/>
              <a:ext cx="5817870" cy="41758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" y="3733800"/>
              <a:ext cx="6248400" cy="2341880"/>
            </a:xfrm>
            <a:custGeom>
              <a:avLst/>
              <a:gdLst/>
              <a:ahLst/>
              <a:cxnLst/>
              <a:rect l="l" t="t" r="r" b="b"/>
              <a:pathLst>
                <a:path w="6248400" h="2341879">
                  <a:moveTo>
                    <a:pt x="0" y="390270"/>
                  </a:moveTo>
                  <a:lnTo>
                    <a:pt x="3035" y="341375"/>
                  </a:lnTo>
                  <a:lnTo>
                    <a:pt x="11912" y="294131"/>
                  </a:lnTo>
                  <a:lnTo>
                    <a:pt x="26263" y="249174"/>
                  </a:lnTo>
                  <a:lnTo>
                    <a:pt x="45720" y="206756"/>
                  </a:lnTo>
                  <a:lnTo>
                    <a:pt x="69913" y="167258"/>
                  </a:lnTo>
                  <a:lnTo>
                    <a:pt x="98488" y="131063"/>
                  </a:lnTo>
                  <a:lnTo>
                    <a:pt x="131064" y="98551"/>
                  </a:lnTo>
                  <a:lnTo>
                    <a:pt x="167284" y="69976"/>
                  </a:lnTo>
                  <a:lnTo>
                    <a:pt x="206781" y="45719"/>
                  </a:lnTo>
                  <a:lnTo>
                    <a:pt x="249186" y="26288"/>
                  </a:lnTo>
                  <a:lnTo>
                    <a:pt x="294144" y="11937"/>
                  </a:lnTo>
                  <a:lnTo>
                    <a:pt x="341287" y="3048"/>
                  </a:lnTo>
                  <a:lnTo>
                    <a:pt x="390232" y="0"/>
                  </a:lnTo>
                  <a:lnTo>
                    <a:pt x="5858129" y="0"/>
                  </a:lnTo>
                  <a:lnTo>
                    <a:pt x="5907024" y="3048"/>
                  </a:lnTo>
                  <a:lnTo>
                    <a:pt x="5954268" y="11937"/>
                  </a:lnTo>
                  <a:lnTo>
                    <a:pt x="5999226" y="26288"/>
                  </a:lnTo>
                  <a:lnTo>
                    <a:pt x="6041644" y="45719"/>
                  </a:lnTo>
                  <a:lnTo>
                    <a:pt x="6081141" y="69976"/>
                  </a:lnTo>
                  <a:lnTo>
                    <a:pt x="6117335" y="98551"/>
                  </a:lnTo>
                  <a:lnTo>
                    <a:pt x="6149848" y="131063"/>
                  </a:lnTo>
                  <a:lnTo>
                    <a:pt x="6178423" y="167258"/>
                  </a:lnTo>
                  <a:lnTo>
                    <a:pt x="6202680" y="206756"/>
                  </a:lnTo>
                  <a:lnTo>
                    <a:pt x="6222110" y="249174"/>
                  </a:lnTo>
                  <a:lnTo>
                    <a:pt x="6236461" y="294131"/>
                  </a:lnTo>
                  <a:lnTo>
                    <a:pt x="6245352" y="341375"/>
                  </a:lnTo>
                  <a:lnTo>
                    <a:pt x="6248400" y="390270"/>
                  </a:lnTo>
                  <a:lnTo>
                    <a:pt x="6248400" y="1951126"/>
                  </a:lnTo>
                  <a:lnTo>
                    <a:pt x="6245352" y="2000072"/>
                  </a:lnTo>
                  <a:lnTo>
                    <a:pt x="6236461" y="2047214"/>
                  </a:lnTo>
                  <a:lnTo>
                    <a:pt x="6222110" y="2092172"/>
                  </a:lnTo>
                  <a:lnTo>
                    <a:pt x="6202680" y="2134590"/>
                  </a:lnTo>
                  <a:lnTo>
                    <a:pt x="6178423" y="2174087"/>
                  </a:lnTo>
                  <a:lnTo>
                    <a:pt x="6149848" y="2210308"/>
                  </a:lnTo>
                  <a:lnTo>
                    <a:pt x="6117335" y="2242883"/>
                  </a:lnTo>
                  <a:lnTo>
                    <a:pt x="6081141" y="2271458"/>
                  </a:lnTo>
                  <a:lnTo>
                    <a:pt x="6041644" y="2295652"/>
                  </a:lnTo>
                  <a:lnTo>
                    <a:pt x="5999226" y="2315108"/>
                  </a:lnTo>
                  <a:lnTo>
                    <a:pt x="5954268" y="2329459"/>
                  </a:lnTo>
                  <a:lnTo>
                    <a:pt x="5907024" y="2338336"/>
                  </a:lnTo>
                  <a:lnTo>
                    <a:pt x="5858129" y="2341372"/>
                  </a:lnTo>
                  <a:lnTo>
                    <a:pt x="390232" y="2341372"/>
                  </a:lnTo>
                  <a:lnTo>
                    <a:pt x="341287" y="2338336"/>
                  </a:lnTo>
                  <a:lnTo>
                    <a:pt x="294144" y="2329459"/>
                  </a:lnTo>
                  <a:lnTo>
                    <a:pt x="249186" y="2315108"/>
                  </a:lnTo>
                  <a:lnTo>
                    <a:pt x="206781" y="2295652"/>
                  </a:lnTo>
                  <a:lnTo>
                    <a:pt x="167284" y="2271458"/>
                  </a:lnTo>
                  <a:lnTo>
                    <a:pt x="131064" y="2242883"/>
                  </a:lnTo>
                  <a:lnTo>
                    <a:pt x="98488" y="2210308"/>
                  </a:lnTo>
                  <a:lnTo>
                    <a:pt x="69913" y="2174087"/>
                  </a:lnTo>
                  <a:lnTo>
                    <a:pt x="45720" y="2134590"/>
                  </a:lnTo>
                  <a:lnTo>
                    <a:pt x="26263" y="2092172"/>
                  </a:lnTo>
                  <a:lnTo>
                    <a:pt x="11912" y="2047214"/>
                  </a:lnTo>
                  <a:lnTo>
                    <a:pt x="3035" y="2000072"/>
                  </a:lnTo>
                  <a:lnTo>
                    <a:pt x="0" y="1951126"/>
                  </a:lnTo>
                  <a:lnTo>
                    <a:pt x="0" y="39027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88035" y="935863"/>
            <a:ext cx="3416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Search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flutter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svg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(using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browser)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6600" y="3799966"/>
            <a:ext cx="4876800" cy="16861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6676" y="1499616"/>
            <a:ext cx="3649979" cy="315163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Hands-</a:t>
            </a:r>
            <a:r>
              <a:rPr dirty="0"/>
              <a:t>On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55"/>
              <a:t> </a:t>
            </a:r>
            <a:r>
              <a:rPr dirty="0"/>
              <a:t>Restaurant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2735" y="1454277"/>
            <a:ext cx="400812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46710" marR="114935" indent="-3346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Open the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pubspec.yaml </a:t>
            </a:r>
            <a:r>
              <a:rPr dirty="0" sz="2400" spc="-10">
                <a:latin typeface="Calibri"/>
                <a:cs typeface="Calibri"/>
              </a:rPr>
              <a:t>file,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dependency,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FF0000"/>
                </a:solidFill>
                <a:latin typeface="Calibri"/>
                <a:cs typeface="Calibri"/>
              </a:rPr>
              <a:t>flutter_svg</a:t>
            </a:r>
            <a:endParaRPr sz="2400">
              <a:latin typeface="Calibri"/>
              <a:cs typeface="Calibri"/>
            </a:endParaRPr>
          </a:p>
          <a:p>
            <a:pPr algn="just" marL="348615" marR="5080" indent="-336550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yaml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location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path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icons.</a:t>
            </a:r>
            <a:endParaRPr sz="2400">
              <a:latin typeface="Calibri"/>
              <a:cs typeface="Calibri"/>
            </a:endParaRPr>
          </a:p>
          <a:p>
            <a:pPr marL="355600" marR="24130" indent="-34353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Click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“Pub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get”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top </a:t>
            </a:r>
            <a:r>
              <a:rPr dirty="0" sz="2400" spc="-10">
                <a:latin typeface="Calibri"/>
                <a:cs typeface="Calibri"/>
              </a:rPr>
              <a:t>to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update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 dependencies.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86755" y="3294888"/>
            <a:ext cx="1769110" cy="224154"/>
          </a:xfrm>
          <a:custGeom>
            <a:avLst/>
            <a:gdLst/>
            <a:ahLst/>
            <a:cxnLst/>
            <a:rect l="l" t="t" r="r" b="b"/>
            <a:pathLst>
              <a:path w="1769109" h="224154">
                <a:moveTo>
                  <a:pt x="0" y="223900"/>
                </a:moveTo>
                <a:lnTo>
                  <a:pt x="1768982" y="223900"/>
                </a:lnTo>
                <a:lnTo>
                  <a:pt x="1768982" y="0"/>
                </a:lnTo>
                <a:lnTo>
                  <a:pt x="0" y="0"/>
                </a:lnTo>
                <a:lnTo>
                  <a:pt x="0" y="223900"/>
                </a:lnTo>
                <a:close/>
              </a:path>
            </a:pathLst>
          </a:custGeom>
          <a:ln w="126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8371331" y="1499616"/>
            <a:ext cx="3632200" cy="3152140"/>
            <a:chOff x="8371331" y="1499616"/>
            <a:chExt cx="3632200" cy="31521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1331" y="1499616"/>
              <a:ext cx="3631691" cy="31516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936735" y="3429000"/>
              <a:ext cx="1769110" cy="539750"/>
            </a:xfrm>
            <a:custGeom>
              <a:avLst/>
              <a:gdLst/>
              <a:ahLst/>
              <a:cxnLst/>
              <a:rect l="l" t="t" r="r" b="b"/>
              <a:pathLst>
                <a:path w="1769109" h="539750">
                  <a:moveTo>
                    <a:pt x="0" y="539242"/>
                  </a:moveTo>
                  <a:lnTo>
                    <a:pt x="1768982" y="539242"/>
                  </a:lnTo>
                  <a:lnTo>
                    <a:pt x="1768982" y="0"/>
                  </a:lnTo>
                  <a:lnTo>
                    <a:pt x="0" y="0"/>
                  </a:lnTo>
                  <a:lnTo>
                    <a:pt x="0" y="539242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6598919" y="5111496"/>
            <a:ext cx="3840479" cy="920750"/>
            <a:chOff x="6598919" y="5111496"/>
            <a:chExt cx="3840479" cy="9207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8919" y="5111496"/>
              <a:ext cx="3840479" cy="6979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89163" y="5298948"/>
              <a:ext cx="628015" cy="248285"/>
            </a:xfrm>
            <a:custGeom>
              <a:avLst/>
              <a:gdLst/>
              <a:ahLst/>
              <a:cxnLst/>
              <a:rect l="l" t="t" r="r" b="b"/>
              <a:pathLst>
                <a:path w="628015" h="248285">
                  <a:moveTo>
                    <a:pt x="0" y="247903"/>
                  </a:moveTo>
                  <a:lnTo>
                    <a:pt x="627760" y="247903"/>
                  </a:lnTo>
                  <a:lnTo>
                    <a:pt x="627760" y="0"/>
                  </a:lnTo>
                  <a:lnTo>
                    <a:pt x="0" y="0"/>
                  </a:lnTo>
                  <a:lnTo>
                    <a:pt x="0" y="24790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82127" y="5614314"/>
              <a:ext cx="196215" cy="417830"/>
            </a:xfrm>
            <a:custGeom>
              <a:avLst/>
              <a:gdLst/>
              <a:ahLst/>
              <a:cxnLst/>
              <a:rect l="l" t="t" r="r" b="b"/>
              <a:pathLst>
                <a:path w="196215" h="417829">
                  <a:moveTo>
                    <a:pt x="184530" y="0"/>
                  </a:moveTo>
                  <a:lnTo>
                    <a:pt x="0" y="412369"/>
                  </a:lnTo>
                  <a:lnTo>
                    <a:pt x="11683" y="417537"/>
                  </a:lnTo>
                  <a:lnTo>
                    <a:pt x="196215" y="5194"/>
                  </a:lnTo>
                  <a:lnTo>
                    <a:pt x="184530" y="0"/>
                  </a:lnTo>
                  <a:close/>
                </a:path>
              </a:pathLst>
            </a:custGeom>
            <a:solidFill>
              <a:srgbClr val="446E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7575" y="5547362"/>
              <a:ext cx="69847" cy="8502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53427" y="5822086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94734" y="6423609"/>
            <a:ext cx="310578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6773"/>
            <a:ext cx="12192000" cy="5991225"/>
          </a:xfrm>
          <a:custGeom>
            <a:avLst/>
            <a:gdLst/>
            <a:ahLst/>
            <a:cxnLst/>
            <a:rect l="l" t="t" r="r" b="b"/>
            <a:pathLst>
              <a:path w="12192000" h="5991225">
                <a:moveTo>
                  <a:pt x="12192000" y="0"/>
                </a:moveTo>
                <a:lnTo>
                  <a:pt x="0" y="0"/>
                </a:lnTo>
                <a:lnTo>
                  <a:pt x="0" y="5991225"/>
                </a:lnTo>
                <a:lnTo>
                  <a:pt x="12192000" y="59912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65100"/>
          </a:xfrm>
          <a:custGeom>
            <a:avLst/>
            <a:gdLst/>
            <a:ahLst/>
            <a:cxnLst/>
            <a:rect l="l" t="t" r="r" b="b"/>
            <a:pathLst>
              <a:path w="12192000" h="165100">
                <a:moveTo>
                  <a:pt x="12192000" y="0"/>
                </a:moveTo>
                <a:lnTo>
                  <a:pt x="0" y="0"/>
                </a:lnTo>
                <a:lnTo>
                  <a:pt x="0" y="164592"/>
                </a:lnTo>
                <a:lnTo>
                  <a:pt x="12192000" y="164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547" y="1697735"/>
            <a:ext cx="589026" cy="4808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7703" y="1098041"/>
            <a:ext cx="6378575" cy="1362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6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 Create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_categorySection()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8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  <a:tabLst>
                <a:tab pos="5426075" algn="l"/>
                <a:tab pos="6365240" algn="l"/>
              </a:tabLst>
            </a:pP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homepage.dart,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inside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HomePage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class,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type: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u="sng" sz="180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Copy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categoryList.txt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SizedBox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4200" y="1828749"/>
            <a:ext cx="4800600" cy="37693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967" y="3505415"/>
            <a:ext cx="5287137" cy="28578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60692" y="2875533"/>
            <a:ext cx="406400" cy="358775"/>
            <a:chOff x="560692" y="2875533"/>
            <a:chExt cx="406400" cy="358775"/>
          </a:xfrm>
        </p:grpSpPr>
        <p:sp>
          <p:nvSpPr>
            <p:cNvPr id="13" name="object 13"/>
            <p:cNvSpPr/>
            <p:nvPr/>
          </p:nvSpPr>
          <p:spPr>
            <a:xfrm>
              <a:off x="560692" y="2875533"/>
              <a:ext cx="406400" cy="358775"/>
            </a:xfrm>
            <a:custGeom>
              <a:avLst/>
              <a:gdLst/>
              <a:ahLst/>
              <a:cxnLst/>
              <a:rect l="l" t="t" r="r" b="b"/>
              <a:pathLst>
                <a:path w="406400" h="358775">
                  <a:moveTo>
                    <a:pt x="203288" y="0"/>
                  </a:moveTo>
                  <a:lnTo>
                    <a:pt x="194106" y="2412"/>
                  </a:lnTo>
                  <a:lnTo>
                    <a:pt x="187045" y="9525"/>
                  </a:lnTo>
                  <a:lnTo>
                    <a:pt x="2463" y="329945"/>
                  </a:lnTo>
                  <a:lnTo>
                    <a:pt x="0" y="339725"/>
                  </a:lnTo>
                  <a:lnTo>
                    <a:pt x="2578" y="348868"/>
                  </a:lnTo>
                  <a:lnTo>
                    <a:pt x="9207" y="355600"/>
                  </a:lnTo>
                  <a:lnTo>
                    <a:pt x="18935" y="358266"/>
                  </a:lnTo>
                  <a:lnTo>
                    <a:pt x="387159" y="358266"/>
                  </a:lnTo>
                  <a:lnTo>
                    <a:pt x="396887" y="355600"/>
                  </a:lnTo>
                  <a:lnTo>
                    <a:pt x="403529" y="348868"/>
                  </a:lnTo>
                  <a:lnTo>
                    <a:pt x="406095" y="339725"/>
                  </a:lnTo>
                  <a:lnTo>
                    <a:pt x="403644" y="329945"/>
                  </a:lnTo>
                  <a:lnTo>
                    <a:pt x="395516" y="315849"/>
                  </a:lnTo>
                  <a:lnTo>
                    <a:pt x="203047" y="315849"/>
                  </a:lnTo>
                  <a:lnTo>
                    <a:pt x="193814" y="313943"/>
                  </a:lnTo>
                  <a:lnTo>
                    <a:pt x="186334" y="308990"/>
                  </a:lnTo>
                  <a:lnTo>
                    <a:pt x="181330" y="301498"/>
                  </a:lnTo>
                  <a:lnTo>
                    <a:pt x="179501" y="292226"/>
                  </a:lnTo>
                  <a:lnTo>
                    <a:pt x="181330" y="283082"/>
                  </a:lnTo>
                  <a:lnTo>
                    <a:pt x="186334" y="275589"/>
                  </a:lnTo>
                  <a:lnTo>
                    <a:pt x="193814" y="270510"/>
                  </a:lnTo>
                  <a:lnTo>
                    <a:pt x="203047" y="268731"/>
                  </a:lnTo>
                  <a:lnTo>
                    <a:pt x="368439" y="268731"/>
                  </a:lnTo>
                  <a:lnTo>
                    <a:pt x="357619" y="249808"/>
                  </a:lnTo>
                  <a:lnTo>
                    <a:pt x="188925" y="249808"/>
                  </a:lnTo>
                  <a:lnTo>
                    <a:pt x="188925" y="84962"/>
                  </a:lnTo>
                  <a:lnTo>
                    <a:pt x="262851" y="84962"/>
                  </a:lnTo>
                  <a:lnTo>
                    <a:pt x="219532" y="9525"/>
                  </a:lnTo>
                  <a:lnTo>
                    <a:pt x="212470" y="2412"/>
                  </a:lnTo>
                  <a:lnTo>
                    <a:pt x="203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739" y="2960496"/>
              <a:ext cx="192468" cy="23088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57200" y="4014089"/>
            <a:ext cx="5287645" cy="2679700"/>
            <a:chOff x="457200" y="4014089"/>
            <a:chExt cx="5287645" cy="26797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4014089"/>
              <a:ext cx="5287137" cy="26793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95400" y="5598109"/>
              <a:ext cx="2286000" cy="183515"/>
            </a:xfrm>
            <a:custGeom>
              <a:avLst/>
              <a:gdLst/>
              <a:ahLst/>
              <a:cxnLst/>
              <a:rect l="l" t="t" r="r" b="b"/>
              <a:pathLst>
                <a:path w="2286000" h="183514">
                  <a:moveTo>
                    <a:pt x="0" y="183235"/>
                  </a:moveTo>
                  <a:lnTo>
                    <a:pt x="2286000" y="183235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18323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1943100"/>
            <a:ext cx="6985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495800" y="3343275"/>
            <a:ext cx="2438400" cy="171450"/>
            <a:chOff x="4495800" y="3343275"/>
            <a:chExt cx="2438400" cy="171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0" y="3343275"/>
              <a:ext cx="114300" cy="171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95800" y="3400424"/>
              <a:ext cx="2438400" cy="57150"/>
            </a:xfrm>
            <a:custGeom>
              <a:avLst/>
              <a:gdLst/>
              <a:ahLst/>
              <a:cxnLst/>
              <a:rect l="l" t="t" r="r" b="b"/>
              <a:pathLst>
                <a:path w="2438400" h="57150">
                  <a:moveTo>
                    <a:pt x="22669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266950" y="57150"/>
                  </a:lnTo>
                  <a:lnTo>
                    <a:pt x="2266950" y="0"/>
                  </a:lnTo>
                  <a:close/>
                </a:path>
                <a:path w="2438400" h="57150">
                  <a:moveTo>
                    <a:pt x="2438400" y="28575"/>
                  </a:moveTo>
                  <a:lnTo>
                    <a:pt x="2381250" y="0"/>
                  </a:lnTo>
                  <a:lnTo>
                    <a:pt x="2295525" y="0"/>
                  </a:lnTo>
                  <a:lnTo>
                    <a:pt x="2295525" y="57150"/>
                  </a:lnTo>
                  <a:lnTo>
                    <a:pt x="2381250" y="57150"/>
                  </a:lnTo>
                  <a:lnTo>
                    <a:pt x="243840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458977"/>
            <a:ext cx="2898267" cy="59400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9984" y="458977"/>
            <a:ext cx="2674747" cy="59400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6773"/>
            <a:ext cx="12192000" cy="5991225"/>
          </a:xfrm>
          <a:custGeom>
            <a:avLst/>
            <a:gdLst/>
            <a:ahLst/>
            <a:cxnLst/>
            <a:rect l="l" t="t" r="r" b="b"/>
            <a:pathLst>
              <a:path w="12192000" h="5991225">
                <a:moveTo>
                  <a:pt x="12192000" y="0"/>
                </a:moveTo>
                <a:lnTo>
                  <a:pt x="0" y="0"/>
                </a:lnTo>
                <a:lnTo>
                  <a:pt x="0" y="5991225"/>
                </a:lnTo>
                <a:lnTo>
                  <a:pt x="12192000" y="59912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65100"/>
          </a:xfrm>
          <a:custGeom>
            <a:avLst/>
            <a:gdLst/>
            <a:ahLst/>
            <a:cxnLst/>
            <a:rect l="l" t="t" r="r" b="b"/>
            <a:pathLst>
              <a:path w="12192000" h="165100">
                <a:moveTo>
                  <a:pt x="12192000" y="0"/>
                </a:moveTo>
                <a:lnTo>
                  <a:pt x="0" y="0"/>
                </a:lnTo>
                <a:lnTo>
                  <a:pt x="0" y="164592"/>
                </a:lnTo>
                <a:lnTo>
                  <a:pt x="12192000" y="164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547" y="1697735"/>
            <a:ext cx="589026" cy="4808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7703" y="1098041"/>
            <a:ext cx="5156835" cy="1362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STEP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7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10">
                <a:latin typeface="Arial MT"/>
                <a:cs typeface="Arial MT"/>
              </a:rPr>
              <a:t> _dietSection()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8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homepage.dart,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inside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HomePage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class,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type: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Copy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dietSection.txt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below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SizedBox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1725777"/>
            <a:ext cx="4419600" cy="39286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3933" y="3246729"/>
            <a:ext cx="4896485" cy="113362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16165" y="2574798"/>
            <a:ext cx="406400" cy="358775"/>
            <a:chOff x="616165" y="2574798"/>
            <a:chExt cx="406400" cy="358775"/>
          </a:xfrm>
        </p:grpSpPr>
        <p:sp>
          <p:nvSpPr>
            <p:cNvPr id="13" name="object 13"/>
            <p:cNvSpPr/>
            <p:nvPr/>
          </p:nvSpPr>
          <p:spPr>
            <a:xfrm>
              <a:off x="616165" y="2574798"/>
              <a:ext cx="406400" cy="358775"/>
            </a:xfrm>
            <a:custGeom>
              <a:avLst/>
              <a:gdLst/>
              <a:ahLst/>
              <a:cxnLst/>
              <a:rect l="l" t="t" r="r" b="b"/>
              <a:pathLst>
                <a:path w="406400" h="358775">
                  <a:moveTo>
                    <a:pt x="203288" y="0"/>
                  </a:moveTo>
                  <a:lnTo>
                    <a:pt x="194106" y="2412"/>
                  </a:lnTo>
                  <a:lnTo>
                    <a:pt x="187045" y="9525"/>
                  </a:lnTo>
                  <a:lnTo>
                    <a:pt x="2463" y="329946"/>
                  </a:lnTo>
                  <a:lnTo>
                    <a:pt x="0" y="339725"/>
                  </a:lnTo>
                  <a:lnTo>
                    <a:pt x="2578" y="348868"/>
                  </a:lnTo>
                  <a:lnTo>
                    <a:pt x="9220" y="355600"/>
                  </a:lnTo>
                  <a:lnTo>
                    <a:pt x="18935" y="358266"/>
                  </a:lnTo>
                  <a:lnTo>
                    <a:pt x="387159" y="358266"/>
                  </a:lnTo>
                  <a:lnTo>
                    <a:pt x="396887" y="355600"/>
                  </a:lnTo>
                  <a:lnTo>
                    <a:pt x="403529" y="348868"/>
                  </a:lnTo>
                  <a:lnTo>
                    <a:pt x="406095" y="339725"/>
                  </a:lnTo>
                  <a:lnTo>
                    <a:pt x="403644" y="329946"/>
                  </a:lnTo>
                  <a:lnTo>
                    <a:pt x="395516" y="315849"/>
                  </a:lnTo>
                  <a:lnTo>
                    <a:pt x="203047" y="315849"/>
                  </a:lnTo>
                  <a:lnTo>
                    <a:pt x="193814" y="313943"/>
                  </a:lnTo>
                  <a:lnTo>
                    <a:pt x="186334" y="308990"/>
                  </a:lnTo>
                  <a:lnTo>
                    <a:pt x="181330" y="301498"/>
                  </a:lnTo>
                  <a:lnTo>
                    <a:pt x="179501" y="292226"/>
                  </a:lnTo>
                  <a:lnTo>
                    <a:pt x="181330" y="283082"/>
                  </a:lnTo>
                  <a:lnTo>
                    <a:pt x="186334" y="275589"/>
                  </a:lnTo>
                  <a:lnTo>
                    <a:pt x="193814" y="270510"/>
                  </a:lnTo>
                  <a:lnTo>
                    <a:pt x="203047" y="268731"/>
                  </a:lnTo>
                  <a:lnTo>
                    <a:pt x="368439" y="268731"/>
                  </a:lnTo>
                  <a:lnTo>
                    <a:pt x="357619" y="249809"/>
                  </a:lnTo>
                  <a:lnTo>
                    <a:pt x="188925" y="249809"/>
                  </a:lnTo>
                  <a:lnTo>
                    <a:pt x="188925" y="84962"/>
                  </a:lnTo>
                  <a:lnTo>
                    <a:pt x="262851" y="84962"/>
                  </a:lnTo>
                  <a:lnTo>
                    <a:pt x="219532" y="9525"/>
                  </a:lnTo>
                  <a:lnTo>
                    <a:pt x="212470" y="2412"/>
                  </a:lnTo>
                  <a:lnTo>
                    <a:pt x="203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213" y="2659761"/>
              <a:ext cx="192468" cy="23088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34936" y="4645456"/>
            <a:ext cx="4591685" cy="1810385"/>
            <a:chOff x="634936" y="4645456"/>
            <a:chExt cx="4591685" cy="181038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936" y="4645456"/>
              <a:ext cx="4591685" cy="18100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19200" y="5333999"/>
              <a:ext cx="2057400" cy="228600"/>
            </a:xfrm>
            <a:custGeom>
              <a:avLst/>
              <a:gdLst/>
              <a:ahLst/>
              <a:cxnLst/>
              <a:rect l="l" t="t" r="r" b="b"/>
              <a:pathLst>
                <a:path w="2057400" h="228600">
                  <a:moveTo>
                    <a:pt x="0" y="228600"/>
                  </a:moveTo>
                  <a:lnTo>
                    <a:pt x="2057400" y="2286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653404" y="1866900"/>
            <a:ext cx="885190" cy="76200"/>
            <a:chOff x="5653404" y="1866900"/>
            <a:chExt cx="885190" cy="7620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2394" y="1866900"/>
              <a:ext cx="69850" cy="76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653405" y="1901824"/>
              <a:ext cx="885190" cy="6350"/>
            </a:xfrm>
            <a:custGeom>
              <a:avLst/>
              <a:gdLst/>
              <a:ahLst/>
              <a:cxnLst/>
              <a:rect l="l" t="t" r="r" b="b"/>
              <a:pathLst>
                <a:path w="885190" h="6350">
                  <a:moveTo>
                    <a:pt x="808977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808977" y="6350"/>
                  </a:lnTo>
                  <a:lnTo>
                    <a:pt x="808977" y="0"/>
                  </a:lnTo>
                  <a:close/>
                </a:path>
                <a:path w="885190" h="6350">
                  <a:moveTo>
                    <a:pt x="885190" y="3175"/>
                  </a:moveTo>
                  <a:lnTo>
                    <a:pt x="878840" y="0"/>
                  </a:lnTo>
                  <a:lnTo>
                    <a:pt x="821690" y="0"/>
                  </a:lnTo>
                  <a:lnTo>
                    <a:pt x="821690" y="6350"/>
                  </a:lnTo>
                  <a:lnTo>
                    <a:pt x="878840" y="6350"/>
                  </a:lnTo>
                  <a:lnTo>
                    <a:pt x="885190" y="31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495800" y="3343275"/>
            <a:ext cx="2438400" cy="171450"/>
            <a:chOff x="4495800" y="3343275"/>
            <a:chExt cx="2438400" cy="171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0" y="3343275"/>
              <a:ext cx="114300" cy="171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95800" y="3400424"/>
              <a:ext cx="2438400" cy="57150"/>
            </a:xfrm>
            <a:custGeom>
              <a:avLst/>
              <a:gdLst/>
              <a:ahLst/>
              <a:cxnLst/>
              <a:rect l="l" t="t" r="r" b="b"/>
              <a:pathLst>
                <a:path w="2438400" h="57150">
                  <a:moveTo>
                    <a:pt x="22669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266950" y="57150"/>
                  </a:lnTo>
                  <a:lnTo>
                    <a:pt x="2266950" y="0"/>
                  </a:lnTo>
                  <a:close/>
                </a:path>
                <a:path w="2438400" h="57150">
                  <a:moveTo>
                    <a:pt x="2438400" y="28575"/>
                  </a:moveTo>
                  <a:lnTo>
                    <a:pt x="2381250" y="0"/>
                  </a:lnTo>
                  <a:lnTo>
                    <a:pt x="2295525" y="0"/>
                  </a:lnTo>
                  <a:lnTo>
                    <a:pt x="2295525" y="57150"/>
                  </a:lnTo>
                  <a:lnTo>
                    <a:pt x="2381250" y="57150"/>
                  </a:lnTo>
                  <a:lnTo>
                    <a:pt x="243840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458977"/>
            <a:ext cx="2674747" cy="59400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0248" y="458977"/>
            <a:ext cx="2701289" cy="59400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9394" y="2579319"/>
            <a:ext cx="4988560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dirty="0" sz="5400" spc="-2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5400" spc="-204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dirty="0" sz="5400" spc="-1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spc="-10" b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 Guan Teo</dc:creator>
  <dc:title>PowerPoint Presentation</dc:title>
  <dcterms:created xsi:type="dcterms:W3CDTF">2026-06-19T09:39:11Z</dcterms:created>
  <dcterms:modified xsi:type="dcterms:W3CDTF">2026-06-19T09:39:11Z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2026-04-24T00:00:00Z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