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02355" y="204597"/>
            <a:ext cx="2012314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66720" y="1187783"/>
            <a:ext cx="7426325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lutter.dev/docs/get-started/install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flutter.dev/ui/widgets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hyperlink" Target="https://docs.flutter.dev/ui/assets/assets-and-images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hyperlink" Target="https://docs.flutter.dev/ui/widgets" TargetMode="Externa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BA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00200" y="2386710"/>
            <a:ext cx="89916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wrap="square" lIns="0" tIns="225425" rIns="0" bIns="0" rtlCol="0" vert="horz">
            <a:spAutoFit/>
          </a:bodyPr>
          <a:lstStyle/>
          <a:p>
            <a:pPr algn="ctr" marR="22860">
              <a:lnSpc>
                <a:spcPts val="4330"/>
              </a:lnSpc>
              <a:spcBef>
                <a:spcPts val="1775"/>
              </a:spcBef>
            </a:pPr>
            <a:r>
              <a:rPr dirty="0" sz="3800" spc="280">
                <a:solidFill>
                  <a:srgbClr val="252525"/>
                </a:solidFill>
                <a:latin typeface="Trebuchet MS"/>
                <a:cs typeface="Trebuchet MS"/>
              </a:rPr>
              <a:t>CHAPTER</a:t>
            </a:r>
            <a:r>
              <a:rPr dirty="0" sz="3800" spc="2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800" spc="-5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3800">
              <a:latin typeface="Trebuchet MS"/>
              <a:cs typeface="Trebuchet MS"/>
            </a:endParaRPr>
          </a:p>
          <a:p>
            <a:pPr algn="ctr" marR="22225">
              <a:lnSpc>
                <a:spcPts val="4330"/>
              </a:lnSpc>
            </a:pPr>
            <a:r>
              <a:rPr dirty="0" sz="3800" spc="280">
                <a:solidFill>
                  <a:srgbClr val="252525"/>
                </a:solidFill>
                <a:latin typeface="Trebuchet MS"/>
                <a:cs typeface="Trebuchet MS"/>
              </a:rPr>
              <a:t>(INTRO</a:t>
            </a:r>
            <a:r>
              <a:rPr dirty="0" sz="38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800" spc="295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3800" spc="3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800" spc="140">
                <a:solidFill>
                  <a:srgbClr val="252525"/>
                </a:solidFill>
                <a:latin typeface="Trebuchet MS"/>
                <a:cs typeface="Trebuchet MS"/>
              </a:rPr>
              <a:t>FLUTTER)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7420" y="4375784"/>
            <a:ext cx="2679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FFFFFF"/>
                </a:solidFill>
                <a:latin typeface="Trebuchet MS"/>
                <a:cs typeface="Trebuchet MS"/>
              </a:rPr>
              <a:t>Prepared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Nurul</a:t>
            </a:r>
            <a:r>
              <a:rPr dirty="0" sz="20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Amera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4765">
              <a:lnSpc>
                <a:spcPct val="100000"/>
              </a:lnSpc>
              <a:spcBef>
                <a:spcPts val="175"/>
              </a:spcBef>
            </a:pPr>
            <a:r>
              <a:rPr dirty="0" spc="250">
                <a:solidFill>
                  <a:srgbClr val="FFFFFF"/>
                </a:solidFill>
              </a:rPr>
              <a:t>INSTALLING</a:t>
            </a:r>
            <a:r>
              <a:rPr dirty="0" spc="345">
                <a:solidFill>
                  <a:srgbClr val="FFFFFF"/>
                </a:solidFill>
              </a:rPr>
              <a:t> </a:t>
            </a:r>
            <a:r>
              <a:rPr dirty="0" spc="155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5797550" cy="3866515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53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easy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install.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 spc="-10">
                <a:latin typeface="Times New Roman"/>
                <a:cs typeface="Times New Roman"/>
              </a:rPr>
              <a:t>Visit: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u="sng" sz="2400" spc="-1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  <a:hlinkClick r:id="rId2"/>
              </a:rPr>
              <a:t>https://flutter.dev/docs/get-started/install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 spc="-10">
                <a:latin typeface="Times New Roman"/>
                <a:cs typeface="Times New Roman"/>
              </a:rPr>
              <a:t>Download:</a:t>
            </a:r>
            <a:endParaRPr sz="24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755015" algn="l"/>
              </a:tabLst>
            </a:pP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SDK</a:t>
            </a:r>
            <a:endParaRPr sz="24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755015" algn="l"/>
              </a:tabLst>
            </a:pPr>
            <a:r>
              <a:rPr dirty="0" sz="2400">
                <a:latin typeface="Times New Roman"/>
                <a:cs typeface="Times New Roman"/>
              </a:rPr>
              <a:t>Dart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SDK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(included)</a:t>
            </a:r>
            <a:endParaRPr sz="2400">
              <a:latin typeface="Times New Roman"/>
              <a:cs typeface="Times New Roman"/>
            </a:endParaRPr>
          </a:p>
          <a:p>
            <a:pPr lvl="1" marL="12700" marR="778510" indent="742315">
              <a:lnSpc>
                <a:spcPct val="150000"/>
              </a:lnSpc>
              <a:buFont typeface="Arial MT"/>
              <a:buChar char="•"/>
              <a:tabLst>
                <a:tab pos="755015" algn="l"/>
              </a:tabLst>
            </a:pPr>
            <a:r>
              <a:rPr dirty="0" sz="2400">
                <a:latin typeface="Times New Roman"/>
                <a:cs typeface="Times New Roman"/>
              </a:rPr>
              <a:t>Dart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command-</a:t>
            </a:r>
            <a:r>
              <a:rPr dirty="0" sz="2400">
                <a:latin typeface="Times New Roman"/>
                <a:cs typeface="Times New Roman"/>
              </a:rPr>
              <a:t>line tool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(included) </a:t>
            </a:r>
            <a:r>
              <a:rPr dirty="0" sz="2400">
                <a:latin typeface="Times New Roman"/>
                <a:cs typeface="Times New Roman"/>
              </a:rPr>
              <a:t>No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download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Dart</a:t>
            </a:r>
            <a:r>
              <a:rPr dirty="0" sz="2400" spc="-10">
                <a:latin typeface="Times New Roman"/>
                <a:cs typeface="Times New Roman"/>
              </a:rPr>
              <a:t> separately.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2860">
              <a:lnSpc>
                <a:spcPct val="100000"/>
              </a:lnSpc>
              <a:spcBef>
                <a:spcPts val="175"/>
              </a:spcBef>
            </a:pPr>
            <a:r>
              <a:rPr dirty="0" spc="275">
                <a:solidFill>
                  <a:srgbClr val="FFFFFF"/>
                </a:solidFill>
              </a:rPr>
              <a:t>INSTALLATION</a:t>
            </a:r>
            <a:r>
              <a:rPr dirty="0" spc="360">
                <a:solidFill>
                  <a:srgbClr val="FFFFFF"/>
                </a:solidFill>
              </a:rPr>
              <a:t> </a:t>
            </a:r>
            <a:r>
              <a:rPr dirty="0" spc="235">
                <a:solidFill>
                  <a:srgbClr val="FFFFFF"/>
                </a:solidFill>
              </a:rPr>
              <a:t>GUIDE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10720070" cy="276860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documentation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Very </a:t>
            </a:r>
            <a:r>
              <a:rPr dirty="0" sz="2400" spc="-10">
                <a:latin typeface="Times New Roman"/>
                <a:cs typeface="Times New Roman"/>
              </a:rPr>
              <a:t>detailed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Explains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steps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clearly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144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dirty="0" sz="2400">
                <a:latin typeface="Times New Roman"/>
                <a:cs typeface="Times New Roman"/>
              </a:rPr>
              <a:t>Includes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possible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issues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fix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them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Times New Roman"/>
                <a:cs typeface="Times New Roman"/>
              </a:rPr>
              <a:t>Important: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steps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completely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prepare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development.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L="84455">
              <a:lnSpc>
                <a:spcPct val="100000"/>
              </a:lnSpc>
              <a:spcBef>
                <a:spcPts val="175"/>
              </a:spcBef>
            </a:pPr>
            <a:r>
              <a:rPr dirty="0" spc="240">
                <a:solidFill>
                  <a:srgbClr val="FFFFFF"/>
                </a:solidFill>
              </a:rPr>
              <a:t>UPDATING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245">
                <a:solidFill>
                  <a:srgbClr val="FFFFFF"/>
                </a:solidFill>
              </a:rPr>
              <a:t>YOUR</a:t>
            </a:r>
            <a:r>
              <a:rPr dirty="0" spc="385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9914255" cy="276860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3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Add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Flutter’s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folder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PATH: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lets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run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commands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command </a:t>
            </a:r>
            <a:r>
              <a:rPr dirty="0" sz="2400" spc="-10">
                <a:latin typeface="Times New Roman"/>
                <a:cs typeface="Times New Roman"/>
              </a:rPr>
              <a:t>line.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step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essential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interact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Dart through the</a:t>
            </a:r>
            <a:r>
              <a:rPr dirty="0" sz="2400" spc="-10">
                <a:latin typeface="Times New Roman"/>
                <a:cs typeface="Times New Roman"/>
              </a:rPr>
              <a:t> terminal.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92430" indent="-3797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243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website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guide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update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PATH </a:t>
            </a:r>
            <a:r>
              <a:rPr dirty="0" sz="2400" spc="-1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175"/>
              </a:spcBef>
            </a:pPr>
            <a:r>
              <a:rPr dirty="0" spc="320">
                <a:solidFill>
                  <a:srgbClr val="FFFFFF"/>
                </a:solidFill>
              </a:rPr>
              <a:t>CHECKING</a:t>
            </a:r>
            <a:r>
              <a:rPr dirty="0" spc="380">
                <a:solidFill>
                  <a:srgbClr val="FFFFFF"/>
                </a:solidFill>
              </a:rPr>
              <a:t> </a:t>
            </a:r>
            <a:r>
              <a:rPr dirty="0" spc="135">
                <a:solidFill>
                  <a:srgbClr val="FFFFFF"/>
                </a:solidFill>
              </a:rPr>
              <a:t>SETUP</a:t>
            </a:r>
            <a:r>
              <a:rPr dirty="0" spc="415">
                <a:solidFill>
                  <a:srgbClr val="FFFFFF"/>
                </a:solidFill>
              </a:rPr>
              <a:t> </a:t>
            </a:r>
            <a:r>
              <a:rPr dirty="0" spc="325">
                <a:solidFill>
                  <a:srgbClr val="FFFFFF"/>
                </a:solidFill>
              </a:rPr>
              <a:t>–</a:t>
            </a:r>
            <a:r>
              <a:rPr dirty="0" spc="3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flutter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95">
                <a:solidFill>
                  <a:srgbClr val="FFFFFF"/>
                </a:solidFill>
              </a:rPr>
              <a:t>doctor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8970645" cy="112268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After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installation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PATH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setup,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run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commane (command </a:t>
            </a:r>
            <a:r>
              <a:rPr dirty="0" sz="2400" spc="-10">
                <a:latin typeface="Times New Roman"/>
                <a:cs typeface="Times New Roman"/>
              </a:rPr>
              <a:t>prompt)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latin typeface="Times New Roman"/>
                <a:cs typeface="Times New Roman"/>
              </a:rPr>
              <a:t>C:\src\flutter&gt;flutter</a:t>
            </a:r>
            <a:r>
              <a:rPr dirty="0" sz="2400" spc="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doctor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614" y="2614676"/>
            <a:ext cx="1788795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will: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Check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Flutter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SDK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814" y="3438122"/>
            <a:ext cx="5278755" cy="125984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Android/iOS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toolchains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installed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(VS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Code,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Android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Studio,</a:t>
            </a:r>
            <a:r>
              <a:rPr dirty="0" sz="1800" spc="-10">
                <a:latin typeface="Times New Roman"/>
                <a:cs typeface="Times New Roman"/>
              </a:rPr>
              <a:t> etc.)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Check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connected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devices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9415" y="2614676"/>
            <a:ext cx="1932305" cy="12598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dirty="0" sz="18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dirty="0" sz="1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See</a:t>
            </a:r>
            <a:r>
              <a:rPr dirty="0" sz="18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Times New Roman"/>
                <a:cs typeface="Times New Roman"/>
              </a:rPr>
              <a:t>Errors...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Don’t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panic!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Times New Roman"/>
                <a:cs typeface="Times New Roman"/>
              </a:rPr>
              <a:t>Tips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troubleshoot: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6616" y="3848435"/>
            <a:ext cx="4242435" cy="126111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Double-</a:t>
            </a:r>
            <a:r>
              <a:rPr dirty="0" sz="1800">
                <a:latin typeface="Times New Roman"/>
                <a:cs typeface="Times New Roman"/>
              </a:rPr>
              <a:t>check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PATH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Make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flutter/bin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Restart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terminal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after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updating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PATH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4765">
              <a:lnSpc>
                <a:spcPct val="100000"/>
              </a:lnSpc>
              <a:spcBef>
                <a:spcPts val="175"/>
              </a:spcBef>
            </a:pPr>
            <a:r>
              <a:rPr dirty="0" spc="245">
                <a:solidFill>
                  <a:srgbClr val="FFFFFF"/>
                </a:solidFill>
              </a:rPr>
              <a:t>CREATING</a:t>
            </a:r>
            <a:r>
              <a:rPr dirty="0" spc="90">
                <a:solidFill>
                  <a:srgbClr val="FFFFFF"/>
                </a:solidFill>
              </a:rPr>
              <a:t> </a:t>
            </a:r>
            <a:r>
              <a:rPr dirty="0" spc="175">
                <a:solidFill>
                  <a:srgbClr val="FFFFFF"/>
                </a:solidFill>
              </a:rPr>
              <a:t>A</a:t>
            </a:r>
            <a:r>
              <a:rPr dirty="0" spc="350">
                <a:solidFill>
                  <a:srgbClr val="FFFFFF"/>
                </a:solidFill>
              </a:rPr>
              <a:t> </a:t>
            </a:r>
            <a:r>
              <a:rPr dirty="0" spc="365">
                <a:solidFill>
                  <a:srgbClr val="FFFFFF"/>
                </a:solidFill>
              </a:rPr>
              <a:t>NEW </a:t>
            </a:r>
            <a:r>
              <a:rPr dirty="0" spc="120">
                <a:solidFill>
                  <a:srgbClr val="FFFFFF"/>
                </a:solidFill>
              </a:rPr>
              <a:t>PROJECT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08" y="1328927"/>
            <a:ext cx="785622" cy="6408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5297" y="1218544"/>
            <a:ext cx="5522595" cy="276860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start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 project,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use: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create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&lt;output_directory&gt;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&lt;output_directory&gt;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  <a:p>
            <a:pPr marL="12700" marR="5080" indent="456565">
              <a:lnSpc>
                <a:spcPct val="150000"/>
              </a:lnSpc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complete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sample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generated </a:t>
            </a:r>
            <a:r>
              <a:rPr dirty="0" sz="2400">
                <a:latin typeface="Times New Roman"/>
                <a:cs typeface="Times New Roman"/>
              </a:rPr>
              <a:t>Example: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create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8808" y="4344923"/>
            <a:ext cx="11028045" cy="2127250"/>
            <a:chOff x="368808" y="4344923"/>
            <a:chExt cx="11028045" cy="2127250"/>
          </a:xfrm>
        </p:grpSpPr>
        <p:sp>
          <p:nvSpPr>
            <p:cNvPr id="6" name="object 6"/>
            <p:cNvSpPr/>
            <p:nvPr/>
          </p:nvSpPr>
          <p:spPr>
            <a:xfrm>
              <a:off x="415493" y="4369828"/>
              <a:ext cx="10981055" cy="2031364"/>
            </a:xfrm>
            <a:custGeom>
              <a:avLst/>
              <a:gdLst/>
              <a:ahLst/>
              <a:cxnLst/>
              <a:rect l="l" t="t" r="r" b="b"/>
              <a:pathLst>
                <a:path w="10981055" h="2031364">
                  <a:moveTo>
                    <a:pt x="10980801" y="0"/>
                  </a:moveTo>
                  <a:lnTo>
                    <a:pt x="0" y="0"/>
                  </a:lnTo>
                  <a:lnTo>
                    <a:pt x="0" y="2031364"/>
                  </a:lnTo>
                  <a:lnTo>
                    <a:pt x="10980801" y="2031364"/>
                  </a:lnTo>
                  <a:lnTo>
                    <a:pt x="109808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808" y="4344923"/>
              <a:ext cx="589026" cy="4808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808" y="5716523"/>
              <a:ext cx="457961" cy="48082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808" y="5990844"/>
              <a:ext cx="589026" cy="48082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5493" y="4369828"/>
            <a:ext cx="10981055" cy="20313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Dart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names: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buFont typeface="Arial MT"/>
              <a:buChar char="•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lowercase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letters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underscores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buFont typeface="Arial MT"/>
              <a:buChar char="•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numbers,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startMust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words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Examples:</a:t>
            </a:r>
            <a:endParaRPr sz="1800">
              <a:latin typeface="Times New Roman"/>
              <a:cs typeface="Times New Roman"/>
            </a:endParaRPr>
          </a:p>
          <a:p>
            <a:pPr marL="462915" marR="8543290" indent="-13271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hello_flutter,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my_app1 </a:t>
            </a:r>
            <a:r>
              <a:rPr dirty="0" sz="1800">
                <a:latin typeface="Times New Roman"/>
                <a:cs typeface="Times New Roman"/>
              </a:rPr>
              <a:t>1stApp, </a:t>
            </a:r>
            <a:r>
              <a:rPr dirty="0" sz="1800" spc="-25"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C86730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6034">
              <a:lnSpc>
                <a:spcPct val="100000"/>
              </a:lnSpc>
              <a:spcBef>
                <a:spcPts val="175"/>
              </a:spcBef>
            </a:pPr>
            <a:r>
              <a:rPr dirty="0" spc="130">
                <a:solidFill>
                  <a:srgbClr val="FFFFFF"/>
                </a:solidFill>
              </a:rPr>
              <a:t>PROJECT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235">
                <a:solidFill>
                  <a:srgbClr val="FFFFFF"/>
                </a:solidFill>
              </a:rPr>
              <a:t>FOLDER</a:t>
            </a:r>
            <a:r>
              <a:rPr dirty="0" spc="370">
                <a:solidFill>
                  <a:srgbClr val="FFFFFF"/>
                </a:solidFill>
              </a:rPr>
              <a:t> </a:t>
            </a:r>
            <a:r>
              <a:rPr dirty="0" spc="215">
                <a:solidFill>
                  <a:srgbClr val="FFFFFF"/>
                </a:solidFill>
              </a:rPr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13" y="1137919"/>
            <a:ext cx="1956562" cy="48158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5935" y="964691"/>
            <a:ext cx="9441942" cy="56532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25598" y="1029461"/>
            <a:ext cx="9163685" cy="523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8170" indent="-10160">
              <a:lnSpc>
                <a:spcPct val="100000"/>
              </a:lnSpc>
              <a:spcBef>
                <a:spcPts val="100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android/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ios/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Contain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platform-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code.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you're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familiar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Android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Studio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or </a:t>
            </a:r>
            <a:r>
              <a:rPr dirty="0" sz="1800">
                <a:latin typeface="Times New Roman"/>
                <a:cs typeface="Times New Roman"/>
              </a:rPr>
              <a:t>Xcode,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should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look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familiar.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hello_flutter.iml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IntelliJ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module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(JAVA_MODULE)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IDE.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233045" indent="-10160">
              <a:lnSpc>
                <a:spcPct val="100000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lib/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directory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Flutter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contains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(main.dart)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your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begins.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explore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detail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later.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pubspec.yaml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pubspec.lock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manage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app's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configuration.</a:t>
            </a:r>
            <a:endParaRPr sz="1800">
              <a:latin typeface="Times New Roman"/>
              <a:cs typeface="Times New Roman"/>
            </a:endParaRPr>
          </a:p>
          <a:p>
            <a:pPr lvl="1"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dirty="0" sz="1800">
                <a:latin typeface="Times New Roman"/>
                <a:cs typeface="Times New Roman"/>
              </a:rPr>
              <a:t>pubspec.yaml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defines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name, version,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dependencies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(e.g.,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plugins,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fonts,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images),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imes New Roman"/>
                <a:cs typeface="Times New Roman"/>
              </a:rPr>
              <a:t>more.</a:t>
            </a:r>
            <a:endParaRPr sz="1800">
              <a:latin typeface="Times New Roman"/>
              <a:cs typeface="Times New Roman"/>
            </a:endParaRPr>
          </a:p>
          <a:p>
            <a:pPr lvl="1" marL="548640" indent="-88900">
              <a:lnSpc>
                <a:spcPct val="100000"/>
              </a:lnSpc>
              <a:buSzPct val="94444"/>
              <a:buChar char="•"/>
              <a:tabLst>
                <a:tab pos="548640" algn="l"/>
              </a:tabLst>
            </a:pPr>
            <a:r>
              <a:rPr dirty="0" sz="1800">
                <a:latin typeface="Times New Roman"/>
                <a:cs typeface="Times New Roman"/>
              </a:rPr>
              <a:t>pubspec.lock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consistency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across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versions.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 marR="5080" indent="-10160">
              <a:lnSpc>
                <a:spcPct val="100000"/>
              </a:lnSpc>
              <a:spcBef>
                <a:spcPts val="5"/>
              </a:spcBef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README.md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markdown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project.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setup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instructions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important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developers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easily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code.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 marR="298450" indent="-10160">
              <a:lnSpc>
                <a:spcPct val="100000"/>
              </a:lnSpc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test/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Contains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test-</a:t>
            </a:r>
            <a:r>
              <a:rPr dirty="0" sz="1800">
                <a:latin typeface="Times New Roman"/>
                <a:cs typeface="Times New Roman"/>
              </a:rPr>
              <a:t>related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files.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write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widget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help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ensure </a:t>
            </a:r>
            <a:r>
              <a:rPr dirty="0" sz="1800">
                <a:latin typeface="Times New Roman"/>
                <a:cs typeface="Times New Roman"/>
              </a:rPr>
              <a:t>your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expected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catch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bugs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early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development.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18415">
              <a:lnSpc>
                <a:spcPct val="100000"/>
              </a:lnSpc>
              <a:spcBef>
                <a:spcPts val="175"/>
              </a:spcBef>
            </a:pPr>
            <a:r>
              <a:rPr dirty="0" spc="270">
                <a:solidFill>
                  <a:srgbClr val="FFFFFF"/>
                </a:solidFill>
              </a:rPr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6430645" cy="4415155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Flutter,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everything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widget.</a:t>
            </a:r>
            <a:endParaRPr sz="24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Widgets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represent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UI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elements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behaviors.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Widgets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provide:</a:t>
            </a:r>
            <a:endParaRPr sz="24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 spc="-10">
                <a:latin typeface="Times New Roman"/>
                <a:cs typeface="Times New Roman"/>
              </a:rPr>
              <a:t>Modularity</a:t>
            </a:r>
            <a:endParaRPr sz="24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 spc="-10">
                <a:latin typeface="Times New Roman"/>
                <a:cs typeface="Times New Roman"/>
              </a:rPr>
              <a:t>Scalability</a:t>
            </a:r>
            <a:endParaRPr sz="24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 spc="-10">
                <a:latin typeface="Times New Roman"/>
                <a:cs typeface="Times New Roman"/>
              </a:rPr>
              <a:t>Expressiveness</a:t>
            </a:r>
            <a:endParaRPr sz="24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Composability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Immutability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1590">
              <a:lnSpc>
                <a:spcPct val="100000"/>
              </a:lnSpc>
              <a:spcBef>
                <a:spcPts val="175"/>
              </a:spcBef>
            </a:pPr>
            <a:r>
              <a:rPr dirty="0" spc="165">
                <a:solidFill>
                  <a:srgbClr val="FFFFFF"/>
                </a:solidFill>
              </a:rPr>
              <a:t>FLUTTER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275">
                <a:solidFill>
                  <a:srgbClr val="FFFFFF"/>
                </a:solidFill>
              </a:rPr>
              <a:t>RENDERING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9505950" cy="112268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3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handles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visual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rendering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 a unique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way.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communicates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directly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platform's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SDK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(camera,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location,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etc.).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9159" y="2954947"/>
            <a:ext cx="3407410" cy="789305"/>
          </a:xfrm>
          <a:prstGeom prst="rect">
            <a:avLst/>
          </a:prstGeom>
          <a:solidFill>
            <a:srgbClr val="F6A11D"/>
          </a:solidFill>
          <a:ln w="12700">
            <a:solidFill>
              <a:srgbClr val="B57612"/>
            </a:solidFill>
          </a:ln>
        </p:spPr>
        <p:txBody>
          <a:bodyPr wrap="square" lIns="0" tIns="24892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960"/>
              </a:spcBef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Mobile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9159" y="4304258"/>
            <a:ext cx="3407410" cy="1163320"/>
          </a:xfrm>
          <a:prstGeom prst="rect">
            <a:avLst/>
          </a:prstGeom>
          <a:solidFill>
            <a:srgbClr val="F6A11D"/>
          </a:solidFill>
          <a:ln w="12700">
            <a:solidFill>
              <a:srgbClr val="B57612"/>
            </a:solidFill>
          </a:ln>
        </p:spPr>
        <p:txBody>
          <a:bodyPr wrap="square" lIns="0" tIns="1733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endParaRPr sz="1800">
              <a:latin typeface="Times New Roman"/>
              <a:cs typeface="Times New Roman"/>
            </a:endParaRPr>
          </a:p>
          <a:p>
            <a:pPr marL="1063625">
              <a:lnSpc>
                <a:spcPct val="100000"/>
              </a:lnSpc>
            </a:pP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Platform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SDK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534" y="4304322"/>
            <a:ext cx="3407410" cy="499109"/>
          </a:xfrm>
          <a:prstGeom prst="rect">
            <a:avLst/>
          </a:prstGeom>
          <a:solidFill>
            <a:srgbClr val="633417"/>
          </a:solidFill>
          <a:ln w="12700">
            <a:solidFill>
              <a:srgbClr val="B57612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(Camera,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Location)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2534" y="4968405"/>
            <a:ext cx="3407410" cy="499109"/>
          </a:xfrm>
          <a:prstGeom prst="rect">
            <a:avLst/>
          </a:prstGeom>
          <a:solidFill>
            <a:srgbClr val="633417"/>
          </a:solidFill>
          <a:ln w="12700">
            <a:solidFill>
              <a:srgbClr val="B57612"/>
            </a:solidFill>
          </a:ln>
        </p:spPr>
        <p:txBody>
          <a:bodyPr wrap="square" lIns="0" tIns="104140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820"/>
              </a:spcBef>
            </a:pP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Canvas</a:t>
            </a:r>
            <a:r>
              <a:rPr dirty="0" sz="1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Rendering,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Handling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95526" y="3744214"/>
            <a:ext cx="85725" cy="560070"/>
          </a:xfrm>
          <a:custGeom>
            <a:avLst/>
            <a:gdLst/>
            <a:ahLst/>
            <a:cxnLst/>
            <a:rect l="l" t="t" r="r" b="b"/>
            <a:pathLst>
              <a:path w="85725" h="560070">
                <a:moveTo>
                  <a:pt x="28575" y="474344"/>
                </a:moveTo>
                <a:lnTo>
                  <a:pt x="0" y="474344"/>
                </a:lnTo>
                <a:lnTo>
                  <a:pt x="42925" y="560069"/>
                </a:lnTo>
                <a:lnTo>
                  <a:pt x="78560" y="488696"/>
                </a:lnTo>
                <a:lnTo>
                  <a:pt x="28575" y="488696"/>
                </a:lnTo>
                <a:lnTo>
                  <a:pt x="28575" y="474344"/>
                </a:lnTo>
                <a:close/>
              </a:path>
              <a:path w="85725" h="560070">
                <a:moveTo>
                  <a:pt x="57150" y="0"/>
                </a:moveTo>
                <a:lnTo>
                  <a:pt x="28575" y="0"/>
                </a:lnTo>
                <a:lnTo>
                  <a:pt x="28575" y="488696"/>
                </a:lnTo>
                <a:lnTo>
                  <a:pt x="57150" y="488696"/>
                </a:lnTo>
                <a:lnTo>
                  <a:pt x="57150" y="0"/>
                </a:lnTo>
                <a:close/>
              </a:path>
              <a:path w="85725" h="560070">
                <a:moveTo>
                  <a:pt x="85725" y="474344"/>
                </a:moveTo>
                <a:lnTo>
                  <a:pt x="57150" y="474344"/>
                </a:lnTo>
                <a:lnTo>
                  <a:pt x="57150" y="488696"/>
                </a:lnTo>
                <a:lnTo>
                  <a:pt x="78560" y="488696"/>
                </a:lnTo>
                <a:lnTo>
                  <a:pt x="85725" y="474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77870" y="3744214"/>
            <a:ext cx="85725" cy="560070"/>
          </a:xfrm>
          <a:custGeom>
            <a:avLst/>
            <a:gdLst/>
            <a:ahLst/>
            <a:cxnLst/>
            <a:rect l="l" t="t" r="r" b="b"/>
            <a:pathLst>
              <a:path w="85725" h="560070">
                <a:moveTo>
                  <a:pt x="57150" y="71500"/>
                </a:moveTo>
                <a:lnTo>
                  <a:pt x="28575" y="71500"/>
                </a:lnTo>
                <a:lnTo>
                  <a:pt x="28575" y="560069"/>
                </a:lnTo>
                <a:lnTo>
                  <a:pt x="57150" y="560069"/>
                </a:lnTo>
                <a:lnTo>
                  <a:pt x="57150" y="71500"/>
                </a:lnTo>
                <a:close/>
              </a:path>
              <a:path w="85725" h="560070">
                <a:moveTo>
                  <a:pt x="42799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02" y="71500"/>
                </a:lnTo>
                <a:lnTo>
                  <a:pt x="42799" y="0"/>
                </a:lnTo>
                <a:close/>
              </a:path>
              <a:path w="85725" h="560070">
                <a:moveTo>
                  <a:pt x="78602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02" y="71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56557" y="4510785"/>
            <a:ext cx="1086485" cy="85725"/>
          </a:xfrm>
          <a:custGeom>
            <a:avLst/>
            <a:gdLst/>
            <a:ahLst/>
            <a:cxnLst/>
            <a:rect l="l" t="t" r="r" b="b"/>
            <a:pathLst>
              <a:path w="1086485" h="85725">
                <a:moveTo>
                  <a:pt x="1000251" y="0"/>
                </a:moveTo>
                <a:lnTo>
                  <a:pt x="1000251" y="85725"/>
                </a:lnTo>
                <a:lnTo>
                  <a:pt x="1057486" y="57150"/>
                </a:lnTo>
                <a:lnTo>
                  <a:pt x="1014602" y="57150"/>
                </a:lnTo>
                <a:lnTo>
                  <a:pt x="1014602" y="28575"/>
                </a:lnTo>
                <a:lnTo>
                  <a:pt x="1057317" y="28575"/>
                </a:lnTo>
                <a:lnTo>
                  <a:pt x="1000251" y="0"/>
                </a:lnTo>
                <a:close/>
              </a:path>
              <a:path w="1086485" h="85725">
                <a:moveTo>
                  <a:pt x="100025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00251" y="57150"/>
                </a:lnTo>
                <a:lnTo>
                  <a:pt x="1000251" y="28575"/>
                </a:lnTo>
                <a:close/>
              </a:path>
              <a:path w="1086485" h="85725">
                <a:moveTo>
                  <a:pt x="1057317" y="28575"/>
                </a:moveTo>
                <a:lnTo>
                  <a:pt x="1014602" y="28575"/>
                </a:lnTo>
                <a:lnTo>
                  <a:pt x="1014602" y="57150"/>
                </a:lnTo>
                <a:lnTo>
                  <a:pt x="1057486" y="57150"/>
                </a:lnTo>
                <a:lnTo>
                  <a:pt x="1085977" y="42925"/>
                </a:lnTo>
                <a:lnTo>
                  <a:pt x="105731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56557" y="5165725"/>
            <a:ext cx="1086485" cy="85725"/>
          </a:xfrm>
          <a:custGeom>
            <a:avLst/>
            <a:gdLst/>
            <a:ahLst/>
            <a:cxnLst/>
            <a:rect l="l" t="t" r="r" b="b"/>
            <a:pathLst>
              <a:path w="1086485" h="85725">
                <a:moveTo>
                  <a:pt x="1000251" y="0"/>
                </a:moveTo>
                <a:lnTo>
                  <a:pt x="1000251" y="85725"/>
                </a:lnTo>
                <a:lnTo>
                  <a:pt x="1057486" y="57150"/>
                </a:lnTo>
                <a:lnTo>
                  <a:pt x="1014602" y="57150"/>
                </a:lnTo>
                <a:lnTo>
                  <a:pt x="1014602" y="28575"/>
                </a:lnTo>
                <a:lnTo>
                  <a:pt x="1057317" y="28575"/>
                </a:lnTo>
                <a:lnTo>
                  <a:pt x="1000251" y="0"/>
                </a:lnTo>
                <a:close/>
              </a:path>
              <a:path w="1086485" h="85725">
                <a:moveTo>
                  <a:pt x="100025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00251" y="57150"/>
                </a:lnTo>
                <a:lnTo>
                  <a:pt x="1000251" y="28575"/>
                </a:lnTo>
                <a:close/>
              </a:path>
              <a:path w="1086485" h="85725">
                <a:moveTo>
                  <a:pt x="1057317" y="28575"/>
                </a:moveTo>
                <a:lnTo>
                  <a:pt x="1014602" y="28575"/>
                </a:lnTo>
                <a:lnTo>
                  <a:pt x="1014602" y="57150"/>
                </a:lnTo>
                <a:lnTo>
                  <a:pt x="1057486" y="57150"/>
                </a:lnTo>
                <a:lnTo>
                  <a:pt x="1085977" y="42925"/>
                </a:lnTo>
                <a:lnTo>
                  <a:pt x="105731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6034">
              <a:lnSpc>
                <a:spcPct val="100000"/>
              </a:lnSpc>
              <a:spcBef>
                <a:spcPts val="175"/>
              </a:spcBef>
            </a:pPr>
            <a:r>
              <a:rPr dirty="0" spc="285">
                <a:solidFill>
                  <a:srgbClr val="FFFFFF"/>
                </a:solidFill>
              </a:rPr>
              <a:t>RENDERING</a:t>
            </a:r>
            <a:r>
              <a:rPr dirty="0" spc="340">
                <a:solidFill>
                  <a:srgbClr val="FFFFFF"/>
                </a:solidFill>
              </a:rPr>
              <a:t> </a:t>
            </a:r>
            <a:r>
              <a:rPr dirty="0" spc="125">
                <a:solidFill>
                  <a:srgbClr val="FFFFFF"/>
                </a:solidFill>
              </a:rPr>
              <a:t>BY</a:t>
            </a:r>
            <a:r>
              <a:rPr dirty="0" spc="360">
                <a:solidFill>
                  <a:srgbClr val="FFFFFF"/>
                </a:solidFill>
              </a:rPr>
              <a:t> </a:t>
            </a:r>
            <a:r>
              <a:rPr dirty="0" spc="165">
                <a:solidFill>
                  <a:srgbClr val="FFFFFF"/>
                </a:solidFill>
              </a:rPr>
              <a:t>FLUTTER</a:t>
            </a:r>
            <a:r>
              <a:rPr dirty="0" spc="350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ITSELF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218544"/>
            <a:ext cx="9458325" cy="490474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3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Flutter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takes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full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control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rendering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(no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reliance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native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UI </a:t>
            </a:r>
            <a:r>
              <a:rPr dirty="0" sz="2400" spc="-10">
                <a:latin typeface="Times New Roman"/>
                <a:cs typeface="Times New Roman"/>
              </a:rPr>
              <a:t>elements).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Times New Roman"/>
                <a:cs typeface="Times New Roman"/>
              </a:rPr>
              <a:t>Only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platform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SDK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for:</a:t>
            </a:r>
            <a:endParaRPr sz="24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400" spc="-10">
                <a:latin typeface="Times New Roman"/>
                <a:cs typeface="Times New Roman"/>
              </a:rPr>
              <a:t>Services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(e.g.,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Bluetooth,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GPS)</a:t>
            </a:r>
            <a:endParaRPr sz="24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400">
                <a:latin typeface="Times New Roman"/>
                <a:cs typeface="Times New Roman"/>
              </a:rPr>
              <a:t>Canvas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draw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UI</a:t>
            </a:r>
            <a:endParaRPr sz="24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input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handling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969"/>
              </a:spcBef>
            </a:pP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does: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Widgets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rendering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Events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gestures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Communicates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“Bridge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Channels”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platform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175"/>
              </a:spcBef>
            </a:pPr>
            <a:r>
              <a:rPr dirty="0" spc="250">
                <a:solidFill>
                  <a:srgbClr val="FFFFFF"/>
                </a:solidFill>
              </a:rPr>
              <a:t>COMPOSABILITY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797788"/>
            <a:ext cx="7800975" cy="50558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Composition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inheritance</a:t>
            </a:r>
            <a:endParaRPr sz="2000">
              <a:latin typeface="Times New Roman"/>
              <a:cs typeface="Times New Roman"/>
            </a:endParaRPr>
          </a:p>
          <a:p>
            <a:pPr marL="927100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composition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UI —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smaller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widgets.</a:t>
            </a:r>
            <a:endParaRPr sz="2000">
              <a:latin typeface="Times New Roman"/>
              <a:cs typeface="Times New Roman"/>
            </a:endParaRPr>
          </a:p>
          <a:p>
            <a:pPr marL="927100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2000">
                <a:latin typeface="Times New Roman"/>
                <a:cs typeface="Times New Roman"/>
              </a:rPr>
              <a:t>Easier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inheritance.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made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Engine,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Wheels,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Composition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Instead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inheriting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everything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Vehicle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Inheritance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spc="-10">
                <a:latin typeface="Times New Roman"/>
                <a:cs typeface="Times New Roman"/>
              </a:rPr>
              <a:t>Result: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flexibility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Runtime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modifications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Dependency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injection-friendly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4765">
              <a:lnSpc>
                <a:spcPct val="100000"/>
              </a:lnSpc>
              <a:spcBef>
                <a:spcPts val="175"/>
              </a:spcBef>
            </a:pPr>
            <a:r>
              <a:rPr dirty="0" spc="240">
                <a:solidFill>
                  <a:srgbClr val="FFFFFF"/>
                </a:solidFill>
              </a:rPr>
              <a:t>EVERYTHING</a:t>
            </a:r>
            <a:r>
              <a:rPr dirty="0" spc="3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IS</a:t>
            </a:r>
            <a:r>
              <a:rPr dirty="0" spc="370">
                <a:solidFill>
                  <a:srgbClr val="FFFFFF"/>
                </a:solidFill>
              </a:rPr>
              <a:t> </a:t>
            </a:r>
            <a:r>
              <a:rPr dirty="0" spc="175">
                <a:solidFill>
                  <a:srgbClr val="FFFFFF"/>
                </a:solidFill>
              </a:rPr>
              <a:t>A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290">
                <a:solidFill>
                  <a:srgbClr val="FFFFFF"/>
                </a:solidFill>
              </a:rPr>
              <a:t>WIDGET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797788"/>
            <a:ext cx="680656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nearly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everything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widget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just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visible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elements. </a:t>
            </a:r>
            <a:r>
              <a:rPr dirty="0" sz="2000" spc="-20">
                <a:latin typeface="Times New Roman"/>
                <a:cs typeface="Times New Roman"/>
              </a:rPr>
              <a:t>Types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widgets: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12165" algn="l"/>
              </a:tabLst>
            </a:pPr>
            <a:r>
              <a:rPr dirty="0" sz="2000" spc="-10">
                <a:latin typeface="Times New Roman"/>
                <a:cs typeface="Times New Roman"/>
              </a:rPr>
              <a:t>Visual/Structural: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Button,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Text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12165" algn="l"/>
              </a:tabLst>
            </a:pPr>
            <a:r>
              <a:rPr dirty="0" sz="2000" spc="-10">
                <a:latin typeface="Times New Roman"/>
                <a:cs typeface="Times New Roman"/>
              </a:rPr>
              <a:t>Layout-</a:t>
            </a:r>
            <a:r>
              <a:rPr dirty="0" sz="2000">
                <a:latin typeface="Times New Roman"/>
                <a:cs typeface="Times New Roman"/>
              </a:rPr>
              <a:t>specific: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Padding,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Row,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Column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Styling: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Theme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Interaction: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GestureDetector,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InkWell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884663"/>
            <a:ext cx="10764774" cy="7566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80561" y="4026230"/>
            <a:ext cx="46443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itself</a:t>
            </a:r>
            <a:r>
              <a:rPr dirty="0" sz="28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widget!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4130">
              <a:lnSpc>
                <a:spcPct val="100000"/>
              </a:lnSpc>
              <a:spcBef>
                <a:spcPts val="175"/>
              </a:spcBef>
            </a:pPr>
            <a:r>
              <a:rPr dirty="0" spc="120">
                <a:solidFill>
                  <a:srgbClr val="FFFFFF"/>
                </a:solidFill>
              </a:rPr>
              <a:t>FIRST</a:t>
            </a:r>
            <a:r>
              <a:rPr dirty="0" spc="35">
                <a:solidFill>
                  <a:srgbClr val="FFFFFF"/>
                </a:solidFill>
              </a:rPr>
              <a:t> </a:t>
            </a:r>
            <a:r>
              <a:rPr dirty="0" spc="300">
                <a:solidFill>
                  <a:srgbClr val="FFFFFF"/>
                </a:solidFill>
              </a:rPr>
              <a:t>WIDGET</a:t>
            </a:r>
            <a:r>
              <a:rPr dirty="0" spc="355">
                <a:solidFill>
                  <a:srgbClr val="FFFFFF"/>
                </a:solidFill>
              </a:rPr>
              <a:t> CODE </a:t>
            </a:r>
            <a:r>
              <a:rPr dirty="0" spc="204">
                <a:solidFill>
                  <a:srgbClr val="FFFFFF"/>
                </a:solidFill>
              </a:rPr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86" y="1695716"/>
            <a:ext cx="6747256" cy="42430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6600" y="949578"/>
            <a:ext cx="10930890" cy="2571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Here’s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basic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lib/main.dart: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000">
              <a:latin typeface="Times New Roman"/>
              <a:cs typeface="Times New Roman"/>
            </a:endParaRPr>
          </a:p>
          <a:p>
            <a:pPr marL="719582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introduces:</a:t>
            </a:r>
            <a:endParaRPr sz="2000">
              <a:latin typeface="Times New Roman"/>
              <a:cs typeface="Times New Roman"/>
            </a:endParaRPr>
          </a:p>
          <a:p>
            <a:pPr marL="753872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38720" algn="l"/>
              </a:tabLst>
            </a:pPr>
            <a:r>
              <a:rPr dirty="0" sz="2000">
                <a:latin typeface="Times New Roman"/>
                <a:cs typeface="Times New Roman"/>
              </a:rPr>
              <a:t>StatelessWidget: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doesn’t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hold</a:t>
            </a:r>
            <a:endParaRPr sz="2000">
              <a:latin typeface="Times New Roman"/>
              <a:cs typeface="Times New Roman"/>
            </a:endParaRPr>
          </a:p>
          <a:p>
            <a:pPr marL="753872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38720" algn="l"/>
              </a:tabLst>
            </a:pPr>
            <a:r>
              <a:rPr dirty="0" sz="2000">
                <a:latin typeface="Times New Roman"/>
                <a:cs typeface="Times New Roman"/>
              </a:rPr>
              <a:t>stateMaterialApp: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app</a:t>
            </a:r>
            <a:endParaRPr sz="2000">
              <a:latin typeface="Times New Roman"/>
              <a:cs typeface="Times New Roman"/>
            </a:endParaRPr>
          </a:p>
          <a:p>
            <a:pPr marL="753872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7538720" algn="l"/>
              </a:tabLst>
            </a:pPr>
            <a:r>
              <a:rPr dirty="0" sz="2000">
                <a:latin typeface="Times New Roman"/>
                <a:cs typeface="Times New Roman"/>
              </a:rPr>
              <a:t>build()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method: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returns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UI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1590">
              <a:lnSpc>
                <a:spcPct val="100000"/>
              </a:lnSpc>
              <a:spcBef>
                <a:spcPts val="175"/>
              </a:spcBef>
            </a:pPr>
            <a:r>
              <a:rPr dirty="0" spc="180">
                <a:solidFill>
                  <a:srgbClr val="FFFFFF"/>
                </a:solidFill>
              </a:rPr>
              <a:t>THE</a:t>
            </a:r>
            <a:r>
              <a:rPr dirty="0" spc="30">
                <a:solidFill>
                  <a:srgbClr val="FFFFFF"/>
                </a:solidFill>
              </a:rPr>
              <a:t> </a:t>
            </a:r>
            <a:r>
              <a:rPr dirty="0" spc="300">
                <a:solidFill>
                  <a:srgbClr val="FFFFFF"/>
                </a:solidFill>
              </a:rPr>
              <a:t>WIDGET</a:t>
            </a:r>
            <a:r>
              <a:rPr dirty="0" spc="40">
                <a:solidFill>
                  <a:srgbClr val="FFFFFF"/>
                </a:solidFill>
              </a:rPr>
              <a:t> </a:t>
            </a:r>
            <a:r>
              <a:rPr dirty="0" spc="105">
                <a:solidFill>
                  <a:srgbClr val="FFFFFF"/>
                </a:solidFill>
              </a:rPr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067" y="1049096"/>
            <a:ext cx="6718427" cy="51880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175"/>
              </a:spcBef>
            </a:pPr>
            <a:r>
              <a:rPr dirty="0" spc="180">
                <a:solidFill>
                  <a:srgbClr val="FFFFFF"/>
                </a:solidFill>
              </a:rPr>
              <a:t>THE</a:t>
            </a:r>
            <a:r>
              <a:rPr dirty="0" spc="340">
                <a:solidFill>
                  <a:srgbClr val="FFFFFF"/>
                </a:solidFill>
              </a:rPr>
              <a:t> </a:t>
            </a:r>
            <a:r>
              <a:rPr dirty="0" spc="300">
                <a:solidFill>
                  <a:srgbClr val="FFFFFF"/>
                </a:solidFill>
              </a:rPr>
              <a:t>WIDGET</a:t>
            </a:r>
            <a:r>
              <a:rPr dirty="0" spc="350">
                <a:solidFill>
                  <a:srgbClr val="FFFFFF"/>
                </a:solidFill>
              </a:rPr>
              <a:t> </a:t>
            </a:r>
            <a:r>
              <a:rPr dirty="0" spc="105">
                <a:solidFill>
                  <a:srgbClr val="FFFFFF"/>
                </a:solidFill>
              </a:rPr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797788"/>
            <a:ext cx="8257540" cy="45980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r" marL="254000" marR="2153920" indent="-2540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540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core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Flutter’s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layout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system:</a:t>
            </a:r>
            <a:endParaRPr sz="2000">
              <a:latin typeface="Times New Roman"/>
              <a:cs typeface="Times New Roman"/>
            </a:endParaRPr>
          </a:p>
          <a:p>
            <a:pPr algn="r" lvl="1" marL="342265" marR="21710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42265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logical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your</a:t>
            </a:r>
            <a:r>
              <a:rPr dirty="0" sz="2000" spc="-25">
                <a:latin typeface="Times New Roman"/>
                <a:cs typeface="Times New Roman"/>
              </a:rPr>
              <a:t> UI.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dynamically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 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widget’s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child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structure.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during: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Layout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determining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measurements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positions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Rendering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drawing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screen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Hit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interactions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rendering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75"/>
              </a:spcBef>
            </a:pPr>
            <a:r>
              <a:rPr dirty="0" spc="300">
                <a:solidFill>
                  <a:srgbClr val="FFFFFF"/>
                </a:solidFill>
              </a:rPr>
              <a:t>WIDGET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25">
                <a:solidFill>
                  <a:srgbClr val="FFFFFF"/>
                </a:solidFill>
              </a:rPr>
              <a:t>TREE</a:t>
            </a:r>
            <a:r>
              <a:rPr dirty="0" spc="345">
                <a:solidFill>
                  <a:srgbClr val="FFFFFF"/>
                </a:solidFill>
              </a:rPr>
              <a:t> </a:t>
            </a:r>
            <a:r>
              <a:rPr dirty="0" spc="315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797788"/>
            <a:ext cx="7856220" cy="41408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Nodes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children,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branches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tree.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Every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recreated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 its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Flutter’s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system: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compositional,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fixed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Exposes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child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children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nesting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Wingdings"/>
              <a:buChar char=""/>
            </a:pPr>
            <a:endParaRPr sz="20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dynamic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flexible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UI-</a:t>
            </a:r>
            <a:r>
              <a:rPr dirty="0" sz="2000" spc="-10">
                <a:latin typeface="Times New Roman"/>
                <a:cs typeface="Times New Roman"/>
              </a:rPr>
              <a:t>rich.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0457" y="656208"/>
            <a:ext cx="1854835" cy="688975"/>
            <a:chOff x="2140457" y="656208"/>
            <a:chExt cx="1854835" cy="688975"/>
          </a:xfrm>
        </p:grpSpPr>
        <p:sp>
          <p:nvSpPr>
            <p:cNvPr id="3" name="object 3"/>
            <p:cNvSpPr/>
            <p:nvPr/>
          </p:nvSpPr>
          <p:spPr>
            <a:xfrm>
              <a:off x="2146807" y="662558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1729486" y="0"/>
                  </a:moveTo>
                  <a:lnTo>
                    <a:pt x="112649" y="0"/>
                  </a:lnTo>
                  <a:lnTo>
                    <a:pt x="68794" y="8868"/>
                  </a:lnTo>
                  <a:lnTo>
                    <a:pt x="32988" y="33035"/>
                  </a:lnTo>
                  <a:lnTo>
                    <a:pt x="8850" y="68847"/>
                  </a:lnTo>
                  <a:lnTo>
                    <a:pt x="0" y="112649"/>
                  </a:lnTo>
                  <a:lnTo>
                    <a:pt x="0" y="563244"/>
                  </a:lnTo>
                  <a:lnTo>
                    <a:pt x="8850" y="607099"/>
                  </a:lnTo>
                  <a:lnTo>
                    <a:pt x="32988" y="642905"/>
                  </a:lnTo>
                  <a:lnTo>
                    <a:pt x="68794" y="667043"/>
                  </a:lnTo>
                  <a:lnTo>
                    <a:pt x="112649" y="675893"/>
                  </a:lnTo>
                  <a:lnTo>
                    <a:pt x="1729486" y="675893"/>
                  </a:lnTo>
                  <a:lnTo>
                    <a:pt x="1773340" y="667043"/>
                  </a:lnTo>
                  <a:lnTo>
                    <a:pt x="1809146" y="642905"/>
                  </a:lnTo>
                  <a:lnTo>
                    <a:pt x="1833284" y="607099"/>
                  </a:lnTo>
                  <a:lnTo>
                    <a:pt x="1842134" y="563244"/>
                  </a:lnTo>
                  <a:lnTo>
                    <a:pt x="1842134" y="112649"/>
                  </a:lnTo>
                  <a:lnTo>
                    <a:pt x="1833284" y="68847"/>
                  </a:lnTo>
                  <a:lnTo>
                    <a:pt x="1809146" y="33035"/>
                  </a:lnTo>
                  <a:lnTo>
                    <a:pt x="1773340" y="8868"/>
                  </a:lnTo>
                  <a:lnTo>
                    <a:pt x="1729486" y="0"/>
                  </a:lnTo>
                  <a:close/>
                </a:path>
              </a:pathLst>
            </a:custGeom>
            <a:solidFill>
              <a:srgbClr val="964D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146807" y="662558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0" y="112649"/>
                  </a:moveTo>
                  <a:lnTo>
                    <a:pt x="8850" y="68847"/>
                  </a:lnTo>
                  <a:lnTo>
                    <a:pt x="32988" y="33035"/>
                  </a:lnTo>
                  <a:lnTo>
                    <a:pt x="68794" y="8868"/>
                  </a:lnTo>
                  <a:lnTo>
                    <a:pt x="112649" y="0"/>
                  </a:lnTo>
                  <a:lnTo>
                    <a:pt x="1729486" y="0"/>
                  </a:lnTo>
                  <a:lnTo>
                    <a:pt x="1773340" y="8868"/>
                  </a:lnTo>
                  <a:lnTo>
                    <a:pt x="1809146" y="33035"/>
                  </a:lnTo>
                  <a:lnTo>
                    <a:pt x="1833284" y="68847"/>
                  </a:lnTo>
                  <a:lnTo>
                    <a:pt x="1842134" y="112649"/>
                  </a:lnTo>
                  <a:lnTo>
                    <a:pt x="1842134" y="563244"/>
                  </a:lnTo>
                  <a:lnTo>
                    <a:pt x="1833284" y="607099"/>
                  </a:lnTo>
                  <a:lnTo>
                    <a:pt x="1809146" y="642905"/>
                  </a:lnTo>
                  <a:lnTo>
                    <a:pt x="1773340" y="667043"/>
                  </a:lnTo>
                  <a:lnTo>
                    <a:pt x="1729486" y="675893"/>
                  </a:lnTo>
                  <a:lnTo>
                    <a:pt x="112649" y="675893"/>
                  </a:lnTo>
                  <a:lnTo>
                    <a:pt x="68794" y="667043"/>
                  </a:lnTo>
                  <a:lnTo>
                    <a:pt x="32988" y="642905"/>
                  </a:lnTo>
                  <a:lnTo>
                    <a:pt x="8850" y="607099"/>
                  </a:lnTo>
                  <a:lnTo>
                    <a:pt x="0" y="563244"/>
                  </a:lnTo>
                  <a:lnTo>
                    <a:pt x="0" y="112649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489454" y="841628"/>
            <a:ext cx="1156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MaterialApp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40457" y="1636902"/>
            <a:ext cx="1854835" cy="688975"/>
            <a:chOff x="2140457" y="1636902"/>
            <a:chExt cx="1854835" cy="688975"/>
          </a:xfrm>
        </p:grpSpPr>
        <p:sp>
          <p:nvSpPr>
            <p:cNvPr id="7" name="object 7"/>
            <p:cNvSpPr/>
            <p:nvPr/>
          </p:nvSpPr>
          <p:spPr>
            <a:xfrm>
              <a:off x="2146807" y="1643252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1729486" y="0"/>
                  </a:moveTo>
                  <a:lnTo>
                    <a:pt x="112649" y="0"/>
                  </a:lnTo>
                  <a:lnTo>
                    <a:pt x="68794" y="8850"/>
                  </a:lnTo>
                  <a:lnTo>
                    <a:pt x="32988" y="32988"/>
                  </a:lnTo>
                  <a:lnTo>
                    <a:pt x="8850" y="68794"/>
                  </a:lnTo>
                  <a:lnTo>
                    <a:pt x="0" y="112649"/>
                  </a:lnTo>
                  <a:lnTo>
                    <a:pt x="0" y="563245"/>
                  </a:lnTo>
                  <a:lnTo>
                    <a:pt x="8850" y="607099"/>
                  </a:lnTo>
                  <a:lnTo>
                    <a:pt x="32988" y="642905"/>
                  </a:lnTo>
                  <a:lnTo>
                    <a:pt x="68794" y="667043"/>
                  </a:lnTo>
                  <a:lnTo>
                    <a:pt x="112649" y="675894"/>
                  </a:lnTo>
                  <a:lnTo>
                    <a:pt x="1729486" y="675894"/>
                  </a:lnTo>
                  <a:lnTo>
                    <a:pt x="1773340" y="667043"/>
                  </a:lnTo>
                  <a:lnTo>
                    <a:pt x="1809146" y="642905"/>
                  </a:lnTo>
                  <a:lnTo>
                    <a:pt x="1833284" y="607099"/>
                  </a:lnTo>
                  <a:lnTo>
                    <a:pt x="1842134" y="563245"/>
                  </a:lnTo>
                  <a:lnTo>
                    <a:pt x="1842134" y="112649"/>
                  </a:lnTo>
                  <a:lnTo>
                    <a:pt x="1833284" y="68794"/>
                  </a:lnTo>
                  <a:lnTo>
                    <a:pt x="1809146" y="32988"/>
                  </a:lnTo>
                  <a:lnTo>
                    <a:pt x="1773340" y="8850"/>
                  </a:lnTo>
                  <a:lnTo>
                    <a:pt x="1729486" y="0"/>
                  </a:lnTo>
                  <a:close/>
                </a:path>
              </a:pathLst>
            </a:custGeom>
            <a:solidFill>
              <a:srgbClr val="948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6807" y="1643252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0" y="112649"/>
                  </a:moveTo>
                  <a:lnTo>
                    <a:pt x="8850" y="68794"/>
                  </a:lnTo>
                  <a:lnTo>
                    <a:pt x="32988" y="32988"/>
                  </a:lnTo>
                  <a:lnTo>
                    <a:pt x="68794" y="8850"/>
                  </a:lnTo>
                  <a:lnTo>
                    <a:pt x="112649" y="0"/>
                  </a:lnTo>
                  <a:lnTo>
                    <a:pt x="1729486" y="0"/>
                  </a:lnTo>
                  <a:lnTo>
                    <a:pt x="1773340" y="8850"/>
                  </a:lnTo>
                  <a:lnTo>
                    <a:pt x="1809146" y="32988"/>
                  </a:lnTo>
                  <a:lnTo>
                    <a:pt x="1833284" y="68794"/>
                  </a:lnTo>
                  <a:lnTo>
                    <a:pt x="1842134" y="112649"/>
                  </a:lnTo>
                  <a:lnTo>
                    <a:pt x="1842134" y="563245"/>
                  </a:lnTo>
                  <a:lnTo>
                    <a:pt x="1833284" y="607099"/>
                  </a:lnTo>
                  <a:lnTo>
                    <a:pt x="1809146" y="642905"/>
                  </a:lnTo>
                  <a:lnTo>
                    <a:pt x="1773340" y="667043"/>
                  </a:lnTo>
                  <a:lnTo>
                    <a:pt x="1729486" y="675894"/>
                  </a:lnTo>
                  <a:lnTo>
                    <a:pt x="112649" y="675894"/>
                  </a:lnTo>
                  <a:lnTo>
                    <a:pt x="68794" y="667043"/>
                  </a:lnTo>
                  <a:lnTo>
                    <a:pt x="32988" y="642905"/>
                  </a:lnTo>
                  <a:lnTo>
                    <a:pt x="8850" y="607099"/>
                  </a:lnTo>
                  <a:lnTo>
                    <a:pt x="0" y="563245"/>
                  </a:lnTo>
                  <a:lnTo>
                    <a:pt x="0" y="112649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699766" y="1822450"/>
            <a:ext cx="735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Scaffold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40457" y="2746755"/>
            <a:ext cx="1854835" cy="688975"/>
            <a:chOff x="2140457" y="2746755"/>
            <a:chExt cx="1854835" cy="688975"/>
          </a:xfrm>
        </p:grpSpPr>
        <p:sp>
          <p:nvSpPr>
            <p:cNvPr id="11" name="object 11"/>
            <p:cNvSpPr/>
            <p:nvPr/>
          </p:nvSpPr>
          <p:spPr>
            <a:xfrm>
              <a:off x="2146807" y="2753105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1729486" y="0"/>
                  </a:moveTo>
                  <a:lnTo>
                    <a:pt x="112649" y="0"/>
                  </a:lnTo>
                  <a:lnTo>
                    <a:pt x="68794" y="8850"/>
                  </a:lnTo>
                  <a:lnTo>
                    <a:pt x="32988" y="32988"/>
                  </a:lnTo>
                  <a:lnTo>
                    <a:pt x="8850" y="68794"/>
                  </a:lnTo>
                  <a:lnTo>
                    <a:pt x="0" y="112649"/>
                  </a:lnTo>
                  <a:lnTo>
                    <a:pt x="0" y="563245"/>
                  </a:lnTo>
                  <a:lnTo>
                    <a:pt x="8850" y="607099"/>
                  </a:lnTo>
                  <a:lnTo>
                    <a:pt x="32988" y="642905"/>
                  </a:lnTo>
                  <a:lnTo>
                    <a:pt x="68794" y="667043"/>
                  </a:lnTo>
                  <a:lnTo>
                    <a:pt x="112649" y="675894"/>
                  </a:lnTo>
                  <a:lnTo>
                    <a:pt x="1729486" y="675894"/>
                  </a:lnTo>
                  <a:lnTo>
                    <a:pt x="1773340" y="667043"/>
                  </a:lnTo>
                  <a:lnTo>
                    <a:pt x="1809146" y="642905"/>
                  </a:lnTo>
                  <a:lnTo>
                    <a:pt x="1833284" y="607099"/>
                  </a:lnTo>
                  <a:lnTo>
                    <a:pt x="1842134" y="563245"/>
                  </a:lnTo>
                  <a:lnTo>
                    <a:pt x="1842134" y="112649"/>
                  </a:lnTo>
                  <a:lnTo>
                    <a:pt x="1833284" y="68794"/>
                  </a:lnTo>
                  <a:lnTo>
                    <a:pt x="1809146" y="32988"/>
                  </a:lnTo>
                  <a:lnTo>
                    <a:pt x="1773340" y="8850"/>
                  </a:lnTo>
                  <a:lnTo>
                    <a:pt x="172948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46807" y="2753105"/>
              <a:ext cx="1842135" cy="676275"/>
            </a:xfrm>
            <a:custGeom>
              <a:avLst/>
              <a:gdLst/>
              <a:ahLst/>
              <a:cxnLst/>
              <a:rect l="l" t="t" r="r" b="b"/>
              <a:pathLst>
                <a:path w="1842135" h="676275">
                  <a:moveTo>
                    <a:pt x="0" y="112649"/>
                  </a:moveTo>
                  <a:lnTo>
                    <a:pt x="8850" y="68794"/>
                  </a:lnTo>
                  <a:lnTo>
                    <a:pt x="32988" y="32988"/>
                  </a:lnTo>
                  <a:lnTo>
                    <a:pt x="68794" y="8850"/>
                  </a:lnTo>
                  <a:lnTo>
                    <a:pt x="112649" y="0"/>
                  </a:lnTo>
                  <a:lnTo>
                    <a:pt x="1729486" y="0"/>
                  </a:lnTo>
                  <a:lnTo>
                    <a:pt x="1773340" y="8850"/>
                  </a:lnTo>
                  <a:lnTo>
                    <a:pt x="1809146" y="32988"/>
                  </a:lnTo>
                  <a:lnTo>
                    <a:pt x="1833284" y="68794"/>
                  </a:lnTo>
                  <a:lnTo>
                    <a:pt x="1842134" y="112649"/>
                  </a:lnTo>
                  <a:lnTo>
                    <a:pt x="1842134" y="563245"/>
                  </a:lnTo>
                  <a:lnTo>
                    <a:pt x="1833284" y="607099"/>
                  </a:lnTo>
                  <a:lnTo>
                    <a:pt x="1809146" y="642905"/>
                  </a:lnTo>
                  <a:lnTo>
                    <a:pt x="1773340" y="667043"/>
                  </a:lnTo>
                  <a:lnTo>
                    <a:pt x="1729486" y="675894"/>
                  </a:lnTo>
                  <a:lnTo>
                    <a:pt x="112649" y="675894"/>
                  </a:lnTo>
                  <a:lnTo>
                    <a:pt x="68794" y="667043"/>
                  </a:lnTo>
                  <a:lnTo>
                    <a:pt x="32988" y="642905"/>
                  </a:lnTo>
                  <a:lnTo>
                    <a:pt x="8850" y="607099"/>
                  </a:lnTo>
                  <a:lnTo>
                    <a:pt x="0" y="563245"/>
                  </a:lnTo>
                  <a:lnTo>
                    <a:pt x="0" y="112649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683255" y="2932557"/>
            <a:ext cx="768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Column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25898" y="3730752"/>
            <a:ext cx="4015104" cy="675640"/>
            <a:chOff x="4525898" y="3730752"/>
            <a:chExt cx="4015104" cy="675640"/>
          </a:xfrm>
        </p:grpSpPr>
        <p:sp>
          <p:nvSpPr>
            <p:cNvPr id="15" name="object 15"/>
            <p:cNvSpPr/>
            <p:nvPr/>
          </p:nvSpPr>
          <p:spPr>
            <a:xfrm>
              <a:off x="4532248" y="3737102"/>
              <a:ext cx="4002404" cy="662940"/>
            </a:xfrm>
            <a:custGeom>
              <a:avLst/>
              <a:gdLst/>
              <a:ahLst/>
              <a:cxnLst/>
              <a:rect l="l" t="t" r="r" b="b"/>
              <a:pathLst>
                <a:path w="4002404" h="662939">
                  <a:moveTo>
                    <a:pt x="3201670" y="0"/>
                  </a:moveTo>
                  <a:lnTo>
                    <a:pt x="800480" y="0"/>
                  </a:lnTo>
                  <a:lnTo>
                    <a:pt x="0" y="331343"/>
                  </a:lnTo>
                  <a:lnTo>
                    <a:pt x="800480" y="662559"/>
                  </a:lnTo>
                  <a:lnTo>
                    <a:pt x="3201670" y="662559"/>
                  </a:lnTo>
                  <a:lnTo>
                    <a:pt x="4002151" y="331343"/>
                  </a:lnTo>
                  <a:lnTo>
                    <a:pt x="3201670" y="0"/>
                  </a:lnTo>
                  <a:close/>
                </a:path>
              </a:pathLst>
            </a:custGeom>
            <a:solidFill>
              <a:srgbClr val="C867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32248" y="3737102"/>
              <a:ext cx="4002404" cy="662940"/>
            </a:xfrm>
            <a:custGeom>
              <a:avLst/>
              <a:gdLst/>
              <a:ahLst/>
              <a:cxnLst/>
              <a:rect l="l" t="t" r="r" b="b"/>
              <a:pathLst>
                <a:path w="4002404" h="662939">
                  <a:moveTo>
                    <a:pt x="0" y="331343"/>
                  </a:moveTo>
                  <a:lnTo>
                    <a:pt x="800480" y="0"/>
                  </a:lnTo>
                  <a:lnTo>
                    <a:pt x="3201670" y="0"/>
                  </a:lnTo>
                  <a:lnTo>
                    <a:pt x="4002151" y="331343"/>
                  </a:lnTo>
                  <a:lnTo>
                    <a:pt x="3201670" y="662559"/>
                  </a:lnTo>
                  <a:lnTo>
                    <a:pt x="800480" y="662559"/>
                  </a:lnTo>
                  <a:lnTo>
                    <a:pt x="0" y="331343"/>
                  </a:lnTo>
                  <a:close/>
                </a:path>
              </a:pathLst>
            </a:custGeom>
            <a:ln w="12700">
              <a:solidFill>
                <a:srgbClr val="9249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670041" y="3910329"/>
            <a:ext cx="17265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(“Welcome”)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8547" y="4731258"/>
            <a:ext cx="5956300" cy="1623060"/>
            <a:chOff x="4638547" y="4731258"/>
            <a:chExt cx="5956300" cy="1623060"/>
          </a:xfrm>
        </p:grpSpPr>
        <p:sp>
          <p:nvSpPr>
            <p:cNvPr id="19" name="object 19"/>
            <p:cNvSpPr/>
            <p:nvPr/>
          </p:nvSpPr>
          <p:spPr>
            <a:xfrm>
              <a:off x="4644897" y="4737608"/>
              <a:ext cx="4002404" cy="662940"/>
            </a:xfrm>
            <a:custGeom>
              <a:avLst/>
              <a:gdLst/>
              <a:ahLst/>
              <a:cxnLst/>
              <a:rect l="l" t="t" r="r" b="b"/>
              <a:pathLst>
                <a:path w="4002404" h="662939">
                  <a:moveTo>
                    <a:pt x="3201670" y="0"/>
                  </a:moveTo>
                  <a:lnTo>
                    <a:pt x="800480" y="0"/>
                  </a:lnTo>
                  <a:lnTo>
                    <a:pt x="0" y="331343"/>
                  </a:lnTo>
                  <a:lnTo>
                    <a:pt x="800480" y="662686"/>
                  </a:lnTo>
                  <a:lnTo>
                    <a:pt x="3201670" y="662686"/>
                  </a:lnTo>
                  <a:lnTo>
                    <a:pt x="4002151" y="331343"/>
                  </a:lnTo>
                  <a:lnTo>
                    <a:pt x="3201670" y="0"/>
                  </a:lnTo>
                  <a:close/>
                </a:path>
              </a:pathLst>
            </a:custGeom>
            <a:solidFill>
              <a:srgbClr val="C867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44897" y="4737608"/>
              <a:ext cx="4002404" cy="662940"/>
            </a:xfrm>
            <a:custGeom>
              <a:avLst/>
              <a:gdLst/>
              <a:ahLst/>
              <a:cxnLst/>
              <a:rect l="l" t="t" r="r" b="b"/>
              <a:pathLst>
                <a:path w="4002404" h="662939">
                  <a:moveTo>
                    <a:pt x="0" y="331343"/>
                  </a:moveTo>
                  <a:lnTo>
                    <a:pt x="800480" y="0"/>
                  </a:lnTo>
                  <a:lnTo>
                    <a:pt x="3201670" y="0"/>
                  </a:lnTo>
                  <a:lnTo>
                    <a:pt x="4002151" y="331343"/>
                  </a:lnTo>
                  <a:lnTo>
                    <a:pt x="3201670" y="662686"/>
                  </a:lnTo>
                  <a:lnTo>
                    <a:pt x="800480" y="662686"/>
                  </a:lnTo>
                  <a:lnTo>
                    <a:pt x="0" y="331343"/>
                  </a:lnTo>
                  <a:close/>
                </a:path>
              </a:pathLst>
            </a:custGeom>
            <a:ln w="12700">
              <a:solidFill>
                <a:srgbClr val="9249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871840" y="5685180"/>
              <a:ext cx="2717165" cy="662940"/>
            </a:xfrm>
            <a:custGeom>
              <a:avLst/>
              <a:gdLst/>
              <a:ahLst/>
              <a:cxnLst/>
              <a:rect l="l" t="t" r="r" b="b"/>
              <a:pathLst>
                <a:path w="2717165" h="662939">
                  <a:moveTo>
                    <a:pt x="1358264" y="0"/>
                  </a:moveTo>
                  <a:lnTo>
                    <a:pt x="1286125" y="459"/>
                  </a:lnTo>
                  <a:lnTo>
                    <a:pt x="1214966" y="1821"/>
                  </a:lnTo>
                  <a:lnTo>
                    <a:pt x="1144883" y="4064"/>
                  </a:lnTo>
                  <a:lnTo>
                    <a:pt x="1075968" y="7164"/>
                  </a:lnTo>
                  <a:lnTo>
                    <a:pt x="1008316" y="11099"/>
                  </a:lnTo>
                  <a:lnTo>
                    <a:pt x="942020" y="15846"/>
                  </a:lnTo>
                  <a:lnTo>
                    <a:pt x="877175" y="21381"/>
                  </a:lnTo>
                  <a:lnTo>
                    <a:pt x="813874" y="27682"/>
                  </a:lnTo>
                  <a:lnTo>
                    <a:pt x="752211" y="34726"/>
                  </a:lnTo>
                  <a:lnTo>
                    <a:pt x="692280" y="42490"/>
                  </a:lnTo>
                  <a:lnTo>
                    <a:pt x="634175" y="50951"/>
                  </a:lnTo>
                  <a:lnTo>
                    <a:pt x="577989" y="60086"/>
                  </a:lnTo>
                  <a:lnTo>
                    <a:pt x="523817" y="69873"/>
                  </a:lnTo>
                  <a:lnTo>
                    <a:pt x="471752" y="80288"/>
                  </a:lnTo>
                  <a:lnTo>
                    <a:pt x="421888" y="91308"/>
                  </a:lnTo>
                  <a:lnTo>
                    <a:pt x="374319" y="102912"/>
                  </a:lnTo>
                  <a:lnTo>
                    <a:pt x="329139" y="115075"/>
                  </a:lnTo>
                  <a:lnTo>
                    <a:pt x="286442" y="127774"/>
                  </a:lnTo>
                  <a:lnTo>
                    <a:pt x="246321" y="140988"/>
                  </a:lnTo>
                  <a:lnTo>
                    <a:pt x="208871" y="154693"/>
                  </a:lnTo>
                  <a:lnTo>
                    <a:pt x="142356" y="183484"/>
                  </a:lnTo>
                  <a:lnTo>
                    <a:pt x="87649" y="213964"/>
                  </a:lnTo>
                  <a:lnTo>
                    <a:pt x="45501" y="245951"/>
                  </a:lnTo>
                  <a:lnTo>
                    <a:pt x="16662" y="279260"/>
                  </a:lnTo>
                  <a:lnTo>
                    <a:pt x="0" y="331304"/>
                  </a:lnTo>
                  <a:lnTo>
                    <a:pt x="1882" y="348900"/>
                  </a:lnTo>
                  <a:lnTo>
                    <a:pt x="29371" y="400161"/>
                  </a:lnTo>
                  <a:lnTo>
                    <a:pt x="64958" y="432833"/>
                  </a:lnTo>
                  <a:lnTo>
                    <a:pt x="113480" y="464090"/>
                  </a:lnTo>
                  <a:lnTo>
                    <a:pt x="174184" y="493749"/>
                  </a:lnTo>
                  <a:lnTo>
                    <a:pt x="246321" y="521626"/>
                  </a:lnTo>
                  <a:lnTo>
                    <a:pt x="286442" y="534840"/>
                  </a:lnTo>
                  <a:lnTo>
                    <a:pt x="329139" y="547539"/>
                  </a:lnTo>
                  <a:lnTo>
                    <a:pt x="374319" y="559702"/>
                  </a:lnTo>
                  <a:lnTo>
                    <a:pt x="421888" y="571305"/>
                  </a:lnTo>
                  <a:lnTo>
                    <a:pt x="471752" y="582325"/>
                  </a:lnTo>
                  <a:lnTo>
                    <a:pt x="523817" y="592740"/>
                  </a:lnTo>
                  <a:lnTo>
                    <a:pt x="577989" y="602526"/>
                  </a:lnTo>
                  <a:lnTo>
                    <a:pt x="634175" y="611661"/>
                  </a:lnTo>
                  <a:lnTo>
                    <a:pt x="692280" y="620122"/>
                  </a:lnTo>
                  <a:lnTo>
                    <a:pt x="752211" y="627885"/>
                  </a:lnTo>
                  <a:lnTo>
                    <a:pt x="813874" y="634929"/>
                  </a:lnTo>
                  <a:lnTo>
                    <a:pt x="877175" y="641230"/>
                  </a:lnTo>
                  <a:lnTo>
                    <a:pt x="942020" y="646764"/>
                  </a:lnTo>
                  <a:lnTo>
                    <a:pt x="1008316" y="651511"/>
                  </a:lnTo>
                  <a:lnTo>
                    <a:pt x="1075968" y="655445"/>
                  </a:lnTo>
                  <a:lnTo>
                    <a:pt x="1144883" y="658545"/>
                  </a:lnTo>
                  <a:lnTo>
                    <a:pt x="1214966" y="660788"/>
                  </a:lnTo>
                  <a:lnTo>
                    <a:pt x="1286125" y="662150"/>
                  </a:lnTo>
                  <a:lnTo>
                    <a:pt x="1358264" y="662609"/>
                  </a:lnTo>
                  <a:lnTo>
                    <a:pt x="1430405" y="662150"/>
                  </a:lnTo>
                  <a:lnTo>
                    <a:pt x="1501564" y="660788"/>
                  </a:lnTo>
                  <a:lnTo>
                    <a:pt x="1571650" y="658545"/>
                  </a:lnTo>
                  <a:lnTo>
                    <a:pt x="1640567" y="655445"/>
                  </a:lnTo>
                  <a:lnTo>
                    <a:pt x="1708222" y="651511"/>
                  </a:lnTo>
                  <a:lnTo>
                    <a:pt x="1774521" y="646764"/>
                  </a:lnTo>
                  <a:lnTo>
                    <a:pt x="1839370" y="641230"/>
                  </a:lnTo>
                  <a:lnTo>
                    <a:pt x="1902676" y="634929"/>
                  </a:lnTo>
                  <a:lnTo>
                    <a:pt x="1964344" y="627885"/>
                  </a:lnTo>
                  <a:lnTo>
                    <a:pt x="2024280" y="620122"/>
                  </a:lnTo>
                  <a:lnTo>
                    <a:pt x="2082391" y="611661"/>
                  </a:lnTo>
                  <a:lnTo>
                    <a:pt x="2138582" y="602526"/>
                  </a:lnTo>
                  <a:lnTo>
                    <a:pt x="2192760" y="592740"/>
                  </a:lnTo>
                  <a:lnTo>
                    <a:pt x="2244831" y="582325"/>
                  </a:lnTo>
                  <a:lnTo>
                    <a:pt x="2294701" y="571305"/>
                  </a:lnTo>
                  <a:lnTo>
                    <a:pt x="2342276" y="559702"/>
                  </a:lnTo>
                  <a:lnTo>
                    <a:pt x="2387462" y="547539"/>
                  </a:lnTo>
                  <a:lnTo>
                    <a:pt x="2430166" y="534840"/>
                  </a:lnTo>
                  <a:lnTo>
                    <a:pt x="2470292" y="521626"/>
                  </a:lnTo>
                  <a:lnTo>
                    <a:pt x="2507749" y="507921"/>
                  </a:lnTo>
                  <a:lnTo>
                    <a:pt x="2574274" y="479130"/>
                  </a:lnTo>
                  <a:lnTo>
                    <a:pt x="2628990" y="448649"/>
                  </a:lnTo>
                  <a:lnTo>
                    <a:pt x="2671146" y="416662"/>
                  </a:lnTo>
                  <a:lnTo>
                    <a:pt x="2699991" y="383351"/>
                  </a:lnTo>
                  <a:lnTo>
                    <a:pt x="2716656" y="331304"/>
                  </a:lnTo>
                  <a:lnTo>
                    <a:pt x="2714773" y="313710"/>
                  </a:lnTo>
                  <a:lnTo>
                    <a:pt x="2687280" y="262452"/>
                  </a:lnTo>
                  <a:lnTo>
                    <a:pt x="2651685" y="229781"/>
                  </a:lnTo>
                  <a:lnTo>
                    <a:pt x="2603155" y="198525"/>
                  </a:lnTo>
                  <a:lnTo>
                    <a:pt x="2542440" y="168866"/>
                  </a:lnTo>
                  <a:lnTo>
                    <a:pt x="2470292" y="140988"/>
                  </a:lnTo>
                  <a:lnTo>
                    <a:pt x="2430166" y="127774"/>
                  </a:lnTo>
                  <a:lnTo>
                    <a:pt x="2387462" y="115075"/>
                  </a:lnTo>
                  <a:lnTo>
                    <a:pt x="2342276" y="102912"/>
                  </a:lnTo>
                  <a:lnTo>
                    <a:pt x="2294701" y="91308"/>
                  </a:lnTo>
                  <a:lnTo>
                    <a:pt x="2244831" y="80288"/>
                  </a:lnTo>
                  <a:lnTo>
                    <a:pt x="2192760" y="69873"/>
                  </a:lnTo>
                  <a:lnTo>
                    <a:pt x="2138582" y="60086"/>
                  </a:lnTo>
                  <a:lnTo>
                    <a:pt x="2082391" y="50951"/>
                  </a:lnTo>
                  <a:lnTo>
                    <a:pt x="2024280" y="42490"/>
                  </a:lnTo>
                  <a:lnTo>
                    <a:pt x="1964344" y="34726"/>
                  </a:lnTo>
                  <a:lnTo>
                    <a:pt x="1902676" y="27682"/>
                  </a:lnTo>
                  <a:lnTo>
                    <a:pt x="1839370" y="21381"/>
                  </a:lnTo>
                  <a:lnTo>
                    <a:pt x="1774521" y="15846"/>
                  </a:lnTo>
                  <a:lnTo>
                    <a:pt x="1708222" y="11099"/>
                  </a:lnTo>
                  <a:lnTo>
                    <a:pt x="1640567" y="7164"/>
                  </a:lnTo>
                  <a:lnTo>
                    <a:pt x="1571650" y="4064"/>
                  </a:lnTo>
                  <a:lnTo>
                    <a:pt x="1501564" y="1821"/>
                  </a:lnTo>
                  <a:lnTo>
                    <a:pt x="1430405" y="459"/>
                  </a:lnTo>
                  <a:lnTo>
                    <a:pt x="1358264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871840" y="5685180"/>
              <a:ext cx="2717165" cy="662940"/>
            </a:xfrm>
            <a:custGeom>
              <a:avLst/>
              <a:gdLst/>
              <a:ahLst/>
              <a:cxnLst/>
              <a:rect l="l" t="t" r="r" b="b"/>
              <a:pathLst>
                <a:path w="2717165" h="662939">
                  <a:moveTo>
                    <a:pt x="0" y="331304"/>
                  </a:moveTo>
                  <a:lnTo>
                    <a:pt x="16662" y="279260"/>
                  </a:lnTo>
                  <a:lnTo>
                    <a:pt x="45501" y="245951"/>
                  </a:lnTo>
                  <a:lnTo>
                    <a:pt x="87649" y="213964"/>
                  </a:lnTo>
                  <a:lnTo>
                    <a:pt x="142356" y="183484"/>
                  </a:lnTo>
                  <a:lnTo>
                    <a:pt x="208871" y="154693"/>
                  </a:lnTo>
                  <a:lnTo>
                    <a:pt x="246321" y="140988"/>
                  </a:lnTo>
                  <a:lnTo>
                    <a:pt x="286442" y="127774"/>
                  </a:lnTo>
                  <a:lnTo>
                    <a:pt x="329139" y="115075"/>
                  </a:lnTo>
                  <a:lnTo>
                    <a:pt x="374319" y="102912"/>
                  </a:lnTo>
                  <a:lnTo>
                    <a:pt x="421888" y="91308"/>
                  </a:lnTo>
                  <a:lnTo>
                    <a:pt x="471752" y="80288"/>
                  </a:lnTo>
                  <a:lnTo>
                    <a:pt x="523817" y="69873"/>
                  </a:lnTo>
                  <a:lnTo>
                    <a:pt x="577989" y="60086"/>
                  </a:lnTo>
                  <a:lnTo>
                    <a:pt x="634175" y="50951"/>
                  </a:lnTo>
                  <a:lnTo>
                    <a:pt x="692280" y="42490"/>
                  </a:lnTo>
                  <a:lnTo>
                    <a:pt x="752211" y="34726"/>
                  </a:lnTo>
                  <a:lnTo>
                    <a:pt x="813874" y="27682"/>
                  </a:lnTo>
                  <a:lnTo>
                    <a:pt x="877175" y="21381"/>
                  </a:lnTo>
                  <a:lnTo>
                    <a:pt x="942020" y="15846"/>
                  </a:lnTo>
                  <a:lnTo>
                    <a:pt x="1008316" y="11099"/>
                  </a:lnTo>
                  <a:lnTo>
                    <a:pt x="1075968" y="7164"/>
                  </a:lnTo>
                  <a:lnTo>
                    <a:pt x="1144883" y="4064"/>
                  </a:lnTo>
                  <a:lnTo>
                    <a:pt x="1214966" y="1821"/>
                  </a:lnTo>
                  <a:lnTo>
                    <a:pt x="1286125" y="459"/>
                  </a:lnTo>
                  <a:lnTo>
                    <a:pt x="1358264" y="0"/>
                  </a:lnTo>
                  <a:lnTo>
                    <a:pt x="1430405" y="459"/>
                  </a:lnTo>
                  <a:lnTo>
                    <a:pt x="1501564" y="1821"/>
                  </a:lnTo>
                  <a:lnTo>
                    <a:pt x="1571650" y="4064"/>
                  </a:lnTo>
                  <a:lnTo>
                    <a:pt x="1640567" y="7164"/>
                  </a:lnTo>
                  <a:lnTo>
                    <a:pt x="1708222" y="11099"/>
                  </a:lnTo>
                  <a:lnTo>
                    <a:pt x="1774521" y="15846"/>
                  </a:lnTo>
                  <a:lnTo>
                    <a:pt x="1839370" y="21381"/>
                  </a:lnTo>
                  <a:lnTo>
                    <a:pt x="1902676" y="27682"/>
                  </a:lnTo>
                  <a:lnTo>
                    <a:pt x="1964344" y="34726"/>
                  </a:lnTo>
                  <a:lnTo>
                    <a:pt x="2024280" y="42490"/>
                  </a:lnTo>
                  <a:lnTo>
                    <a:pt x="2082391" y="50951"/>
                  </a:lnTo>
                  <a:lnTo>
                    <a:pt x="2138582" y="60086"/>
                  </a:lnTo>
                  <a:lnTo>
                    <a:pt x="2192760" y="69873"/>
                  </a:lnTo>
                  <a:lnTo>
                    <a:pt x="2244831" y="80288"/>
                  </a:lnTo>
                  <a:lnTo>
                    <a:pt x="2294701" y="91308"/>
                  </a:lnTo>
                  <a:lnTo>
                    <a:pt x="2342276" y="102912"/>
                  </a:lnTo>
                  <a:lnTo>
                    <a:pt x="2387462" y="115075"/>
                  </a:lnTo>
                  <a:lnTo>
                    <a:pt x="2430166" y="127774"/>
                  </a:lnTo>
                  <a:lnTo>
                    <a:pt x="2470292" y="140988"/>
                  </a:lnTo>
                  <a:lnTo>
                    <a:pt x="2507749" y="154693"/>
                  </a:lnTo>
                  <a:lnTo>
                    <a:pt x="2574274" y="183484"/>
                  </a:lnTo>
                  <a:lnTo>
                    <a:pt x="2628990" y="213964"/>
                  </a:lnTo>
                  <a:lnTo>
                    <a:pt x="2671146" y="245951"/>
                  </a:lnTo>
                  <a:lnTo>
                    <a:pt x="2699991" y="279260"/>
                  </a:lnTo>
                  <a:lnTo>
                    <a:pt x="2716656" y="331304"/>
                  </a:lnTo>
                  <a:lnTo>
                    <a:pt x="2714773" y="348900"/>
                  </a:lnTo>
                  <a:lnTo>
                    <a:pt x="2687280" y="400161"/>
                  </a:lnTo>
                  <a:lnTo>
                    <a:pt x="2651685" y="432833"/>
                  </a:lnTo>
                  <a:lnTo>
                    <a:pt x="2603155" y="464090"/>
                  </a:lnTo>
                  <a:lnTo>
                    <a:pt x="2542440" y="493749"/>
                  </a:lnTo>
                  <a:lnTo>
                    <a:pt x="2470292" y="521626"/>
                  </a:lnTo>
                  <a:lnTo>
                    <a:pt x="2430166" y="534840"/>
                  </a:lnTo>
                  <a:lnTo>
                    <a:pt x="2387462" y="547539"/>
                  </a:lnTo>
                  <a:lnTo>
                    <a:pt x="2342276" y="559702"/>
                  </a:lnTo>
                  <a:lnTo>
                    <a:pt x="2294701" y="571305"/>
                  </a:lnTo>
                  <a:lnTo>
                    <a:pt x="2244831" y="582325"/>
                  </a:lnTo>
                  <a:lnTo>
                    <a:pt x="2192760" y="592740"/>
                  </a:lnTo>
                  <a:lnTo>
                    <a:pt x="2138582" y="602526"/>
                  </a:lnTo>
                  <a:lnTo>
                    <a:pt x="2082391" y="611661"/>
                  </a:lnTo>
                  <a:lnTo>
                    <a:pt x="2024280" y="620122"/>
                  </a:lnTo>
                  <a:lnTo>
                    <a:pt x="1964344" y="627885"/>
                  </a:lnTo>
                  <a:lnTo>
                    <a:pt x="1902676" y="634929"/>
                  </a:lnTo>
                  <a:lnTo>
                    <a:pt x="1839370" y="641230"/>
                  </a:lnTo>
                  <a:lnTo>
                    <a:pt x="1774521" y="646764"/>
                  </a:lnTo>
                  <a:lnTo>
                    <a:pt x="1708222" y="651511"/>
                  </a:lnTo>
                  <a:lnTo>
                    <a:pt x="1640567" y="655445"/>
                  </a:lnTo>
                  <a:lnTo>
                    <a:pt x="1571650" y="658545"/>
                  </a:lnTo>
                  <a:lnTo>
                    <a:pt x="1501564" y="660788"/>
                  </a:lnTo>
                  <a:lnTo>
                    <a:pt x="1430405" y="662150"/>
                  </a:lnTo>
                  <a:lnTo>
                    <a:pt x="1358264" y="662609"/>
                  </a:lnTo>
                  <a:lnTo>
                    <a:pt x="1286125" y="662150"/>
                  </a:lnTo>
                  <a:lnTo>
                    <a:pt x="1214966" y="660788"/>
                  </a:lnTo>
                  <a:lnTo>
                    <a:pt x="1144883" y="658545"/>
                  </a:lnTo>
                  <a:lnTo>
                    <a:pt x="1075968" y="655445"/>
                  </a:lnTo>
                  <a:lnTo>
                    <a:pt x="1008316" y="651511"/>
                  </a:lnTo>
                  <a:lnTo>
                    <a:pt x="942020" y="646764"/>
                  </a:lnTo>
                  <a:lnTo>
                    <a:pt x="877175" y="641230"/>
                  </a:lnTo>
                  <a:lnTo>
                    <a:pt x="813874" y="634929"/>
                  </a:lnTo>
                  <a:lnTo>
                    <a:pt x="752211" y="627885"/>
                  </a:lnTo>
                  <a:lnTo>
                    <a:pt x="692280" y="620122"/>
                  </a:lnTo>
                  <a:lnTo>
                    <a:pt x="634175" y="611661"/>
                  </a:lnTo>
                  <a:lnTo>
                    <a:pt x="577989" y="602526"/>
                  </a:lnTo>
                  <a:lnTo>
                    <a:pt x="523817" y="592740"/>
                  </a:lnTo>
                  <a:lnTo>
                    <a:pt x="471752" y="582325"/>
                  </a:lnTo>
                  <a:lnTo>
                    <a:pt x="421888" y="571305"/>
                  </a:lnTo>
                  <a:lnTo>
                    <a:pt x="374319" y="559702"/>
                  </a:lnTo>
                  <a:lnTo>
                    <a:pt x="329139" y="547539"/>
                  </a:lnTo>
                  <a:lnTo>
                    <a:pt x="286442" y="534840"/>
                  </a:lnTo>
                  <a:lnTo>
                    <a:pt x="246321" y="521626"/>
                  </a:lnTo>
                  <a:lnTo>
                    <a:pt x="208871" y="507921"/>
                  </a:lnTo>
                  <a:lnTo>
                    <a:pt x="142356" y="479130"/>
                  </a:lnTo>
                  <a:lnTo>
                    <a:pt x="87649" y="448649"/>
                  </a:lnTo>
                  <a:lnTo>
                    <a:pt x="45501" y="416662"/>
                  </a:lnTo>
                  <a:lnTo>
                    <a:pt x="16662" y="383351"/>
                  </a:lnTo>
                  <a:lnTo>
                    <a:pt x="0" y="331304"/>
                  </a:lnTo>
                  <a:close/>
                </a:path>
              </a:pathLst>
            </a:custGeom>
            <a:ln w="12699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929121" y="4911090"/>
            <a:ext cx="4117975" cy="1247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FFFF"/>
                </a:solidFill>
                <a:latin typeface="Trebuchet MS"/>
                <a:cs typeface="Trebuchet MS"/>
              </a:rPr>
              <a:t>ElevatedButton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800">
              <a:latin typeface="Trebuchet MS"/>
              <a:cs typeface="Trebuchet MS"/>
            </a:endParaRPr>
          </a:p>
          <a:p>
            <a:pPr marL="2498725">
              <a:lnSpc>
                <a:spcPct val="100000"/>
              </a:lnSpc>
            </a:pP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Text(“Click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Me”)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48939" y="1332102"/>
            <a:ext cx="4923155" cy="4727575"/>
            <a:chOff x="2948939" y="1332102"/>
            <a:chExt cx="4923155" cy="4727575"/>
          </a:xfrm>
        </p:grpSpPr>
        <p:sp>
          <p:nvSpPr>
            <p:cNvPr id="25" name="object 25"/>
            <p:cNvSpPr/>
            <p:nvPr/>
          </p:nvSpPr>
          <p:spPr>
            <a:xfrm>
              <a:off x="2955289" y="1338452"/>
              <a:ext cx="238760" cy="304800"/>
            </a:xfrm>
            <a:custGeom>
              <a:avLst/>
              <a:gdLst/>
              <a:ahLst/>
              <a:cxnLst/>
              <a:rect l="l" t="t" r="r" b="b"/>
              <a:pathLst>
                <a:path w="238760" h="304800">
                  <a:moveTo>
                    <a:pt x="178816" y="0"/>
                  </a:moveTo>
                  <a:lnTo>
                    <a:pt x="59562" y="0"/>
                  </a:lnTo>
                  <a:lnTo>
                    <a:pt x="59562" y="185547"/>
                  </a:lnTo>
                  <a:lnTo>
                    <a:pt x="0" y="185547"/>
                  </a:lnTo>
                  <a:lnTo>
                    <a:pt x="119253" y="304800"/>
                  </a:lnTo>
                  <a:lnTo>
                    <a:pt x="238506" y="185547"/>
                  </a:lnTo>
                  <a:lnTo>
                    <a:pt x="178816" y="185547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55289" y="1338452"/>
              <a:ext cx="238760" cy="304800"/>
            </a:xfrm>
            <a:custGeom>
              <a:avLst/>
              <a:gdLst/>
              <a:ahLst/>
              <a:cxnLst/>
              <a:rect l="l" t="t" r="r" b="b"/>
              <a:pathLst>
                <a:path w="238760" h="304800">
                  <a:moveTo>
                    <a:pt x="0" y="185547"/>
                  </a:moveTo>
                  <a:lnTo>
                    <a:pt x="59562" y="185547"/>
                  </a:lnTo>
                  <a:lnTo>
                    <a:pt x="59562" y="0"/>
                  </a:lnTo>
                  <a:lnTo>
                    <a:pt x="178816" y="0"/>
                  </a:lnTo>
                  <a:lnTo>
                    <a:pt x="178816" y="185547"/>
                  </a:lnTo>
                  <a:lnTo>
                    <a:pt x="238506" y="185547"/>
                  </a:lnTo>
                  <a:lnTo>
                    <a:pt x="119253" y="304800"/>
                  </a:lnTo>
                  <a:lnTo>
                    <a:pt x="0" y="18554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55289" y="2319147"/>
              <a:ext cx="238760" cy="434340"/>
            </a:xfrm>
            <a:custGeom>
              <a:avLst/>
              <a:gdLst/>
              <a:ahLst/>
              <a:cxnLst/>
              <a:rect l="l" t="t" r="r" b="b"/>
              <a:pathLst>
                <a:path w="238760" h="434339">
                  <a:moveTo>
                    <a:pt x="178816" y="0"/>
                  </a:moveTo>
                  <a:lnTo>
                    <a:pt x="59562" y="0"/>
                  </a:lnTo>
                  <a:lnTo>
                    <a:pt x="59562" y="314705"/>
                  </a:lnTo>
                  <a:lnTo>
                    <a:pt x="0" y="314705"/>
                  </a:lnTo>
                  <a:lnTo>
                    <a:pt x="119253" y="433958"/>
                  </a:lnTo>
                  <a:lnTo>
                    <a:pt x="238506" y="314705"/>
                  </a:lnTo>
                  <a:lnTo>
                    <a:pt x="178816" y="314705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55289" y="2319147"/>
              <a:ext cx="238760" cy="434340"/>
            </a:xfrm>
            <a:custGeom>
              <a:avLst/>
              <a:gdLst/>
              <a:ahLst/>
              <a:cxnLst/>
              <a:rect l="l" t="t" r="r" b="b"/>
              <a:pathLst>
                <a:path w="238760" h="434339">
                  <a:moveTo>
                    <a:pt x="0" y="314705"/>
                  </a:moveTo>
                  <a:lnTo>
                    <a:pt x="59562" y="314705"/>
                  </a:lnTo>
                  <a:lnTo>
                    <a:pt x="59562" y="0"/>
                  </a:lnTo>
                  <a:lnTo>
                    <a:pt x="178816" y="0"/>
                  </a:lnTo>
                  <a:lnTo>
                    <a:pt x="178816" y="314705"/>
                  </a:lnTo>
                  <a:lnTo>
                    <a:pt x="238506" y="314705"/>
                  </a:lnTo>
                  <a:lnTo>
                    <a:pt x="119253" y="433958"/>
                  </a:lnTo>
                  <a:lnTo>
                    <a:pt x="0" y="3147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039364" y="3428999"/>
              <a:ext cx="4832985" cy="2630805"/>
            </a:xfrm>
            <a:custGeom>
              <a:avLst/>
              <a:gdLst/>
              <a:ahLst/>
              <a:cxnLst/>
              <a:rect l="l" t="t" r="r" b="b"/>
              <a:pathLst>
                <a:path w="4832984" h="2630804">
                  <a:moveTo>
                    <a:pt x="1605534" y="1639951"/>
                  </a:moveTo>
                  <a:lnTo>
                    <a:pt x="1548384" y="1611376"/>
                  </a:lnTo>
                  <a:lnTo>
                    <a:pt x="1434084" y="1554226"/>
                  </a:lnTo>
                  <a:lnTo>
                    <a:pt x="1434084" y="1611376"/>
                  </a:lnTo>
                  <a:lnTo>
                    <a:pt x="57150" y="1611376"/>
                  </a:lnTo>
                  <a:lnTo>
                    <a:pt x="57150" y="668020"/>
                  </a:lnTo>
                  <a:lnTo>
                    <a:pt x="1321435" y="668020"/>
                  </a:lnTo>
                  <a:lnTo>
                    <a:pt x="1321435" y="725170"/>
                  </a:lnTo>
                  <a:lnTo>
                    <a:pt x="1435735" y="668020"/>
                  </a:lnTo>
                  <a:lnTo>
                    <a:pt x="1492885" y="639445"/>
                  </a:lnTo>
                  <a:lnTo>
                    <a:pt x="1435735" y="610870"/>
                  </a:lnTo>
                  <a:lnTo>
                    <a:pt x="1321435" y="553720"/>
                  </a:lnTo>
                  <a:lnTo>
                    <a:pt x="1321435" y="610870"/>
                  </a:lnTo>
                  <a:lnTo>
                    <a:pt x="57150" y="610870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639445"/>
                  </a:lnTo>
                  <a:lnTo>
                    <a:pt x="0" y="1639951"/>
                  </a:lnTo>
                  <a:lnTo>
                    <a:pt x="2222" y="1651063"/>
                  </a:lnTo>
                  <a:lnTo>
                    <a:pt x="8331" y="1660144"/>
                  </a:lnTo>
                  <a:lnTo>
                    <a:pt x="17411" y="1666278"/>
                  </a:lnTo>
                  <a:lnTo>
                    <a:pt x="28575" y="1668526"/>
                  </a:lnTo>
                  <a:lnTo>
                    <a:pt x="1434084" y="1668526"/>
                  </a:lnTo>
                  <a:lnTo>
                    <a:pt x="1434084" y="1725676"/>
                  </a:lnTo>
                  <a:lnTo>
                    <a:pt x="1548384" y="1668526"/>
                  </a:lnTo>
                  <a:lnTo>
                    <a:pt x="1605534" y="1639951"/>
                  </a:lnTo>
                  <a:close/>
                </a:path>
                <a:path w="4832984" h="2630804">
                  <a:moveTo>
                    <a:pt x="4832477" y="2587485"/>
                  </a:moveTo>
                  <a:lnTo>
                    <a:pt x="4803902" y="2573197"/>
                  </a:lnTo>
                  <a:lnTo>
                    <a:pt x="4746752" y="2544622"/>
                  </a:lnTo>
                  <a:lnTo>
                    <a:pt x="4746752" y="2573197"/>
                  </a:lnTo>
                  <a:lnTo>
                    <a:pt x="3620897" y="2573197"/>
                  </a:lnTo>
                  <a:lnTo>
                    <a:pt x="3620897" y="1971294"/>
                  </a:lnTo>
                  <a:lnTo>
                    <a:pt x="3592309" y="1971294"/>
                  </a:lnTo>
                  <a:lnTo>
                    <a:pt x="3592309" y="2595372"/>
                  </a:lnTo>
                  <a:lnTo>
                    <a:pt x="3598659" y="2601785"/>
                  </a:lnTo>
                  <a:lnTo>
                    <a:pt x="4746752" y="2601785"/>
                  </a:lnTo>
                  <a:lnTo>
                    <a:pt x="4746752" y="2630347"/>
                  </a:lnTo>
                  <a:lnTo>
                    <a:pt x="4803902" y="2601785"/>
                  </a:lnTo>
                  <a:lnTo>
                    <a:pt x="4832477" y="2587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001F5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175"/>
              </a:spcBef>
            </a:pPr>
            <a:r>
              <a:rPr dirty="0" spc="300">
                <a:solidFill>
                  <a:srgbClr val="FFFFFF"/>
                </a:solidFill>
              </a:rPr>
              <a:t>WIDGET</a:t>
            </a:r>
            <a:r>
              <a:rPr dirty="0" spc="25">
                <a:solidFill>
                  <a:srgbClr val="FFFFFF"/>
                </a:solidFill>
              </a:rPr>
              <a:t> </a:t>
            </a:r>
            <a:r>
              <a:rPr dirty="0" spc="125">
                <a:solidFill>
                  <a:srgbClr val="FFFFFF"/>
                </a:solidFill>
              </a:rPr>
              <a:t>TREE</a:t>
            </a:r>
            <a:r>
              <a:rPr dirty="0" spc="355">
                <a:solidFill>
                  <a:srgbClr val="FFFFFF"/>
                </a:solidFill>
              </a:rPr>
              <a:t> </a:t>
            </a:r>
            <a:r>
              <a:rPr dirty="0" spc="140">
                <a:solidFill>
                  <a:srgbClr val="FFFFFF"/>
                </a:solidFill>
              </a:rPr>
              <a:t>+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195">
                <a:solidFill>
                  <a:srgbClr val="FFFFFF"/>
                </a:solidFill>
              </a:rPr>
              <a:t>ELEMENT</a:t>
            </a:r>
            <a:r>
              <a:rPr dirty="0" spc="45">
                <a:solidFill>
                  <a:srgbClr val="FFFFFF"/>
                </a:solidFill>
              </a:rPr>
              <a:t> </a:t>
            </a:r>
            <a:r>
              <a:rPr dirty="0" spc="105">
                <a:solidFill>
                  <a:srgbClr val="FFFFFF"/>
                </a:solidFill>
              </a:rPr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865098"/>
            <a:ext cx="6583045" cy="30099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doesn't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alone.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together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Element Tree, </a:t>
            </a:r>
            <a:r>
              <a:rPr dirty="0" sz="2000" spc="-10">
                <a:latin typeface="Times New Roman"/>
                <a:cs typeface="Times New Roman"/>
              </a:rPr>
              <a:t>which: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Maps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corresponding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elements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Helps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rebuild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state/data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Maintains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widget’s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position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screen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2000" spc="-1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  <a:hlinkClick r:id="rId2"/>
              </a:rPr>
              <a:t>https://docs.flutter.dev/ui/widgets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87" y="178815"/>
            <a:ext cx="7761605" cy="520700"/>
            <a:chOff x="242087" y="178815"/>
            <a:chExt cx="7761605" cy="520700"/>
          </a:xfrm>
        </p:grpSpPr>
        <p:sp>
          <p:nvSpPr>
            <p:cNvPr id="3" name="object 3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6486118" y="0"/>
                  </a:moveTo>
                  <a:lnTo>
                    <a:pt x="1243558" y="0"/>
                  </a:lnTo>
                  <a:lnTo>
                    <a:pt x="1167803" y="445"/>
                  </a:lnTo>
                  <a:lnTo>
                    <a:pt x="1093249" y="1765"/>
                  </a:lnTo>
                  <a:lnTo>
                    <a:pt x="1020026" y="3935"/>
                  </a:lnTo>
                  <a:lnTo>
                    <a:pt x="948262" y="6927"/>
                  </a:lnTo>
                  <a:lnTo>
                    <a:pt x="878090" y="10718"/>
                  </a:lnTo>
                  <a:lnTo>
                    <a:pt x="809638" y="15281"/>
                  </a:lnTo>
                  <a:lnTo>
                    <a:pt x="743037" y="20590"/>
                  </a:lnTo>
                  <a:lnTo>
                    <a:pt x="678417" y="26622"/>
                  </a:lnTo>
                  <a:lnTo>
                    <a:pt x="615908" y="33349"/>
                  </a:lnTo>
                  <a:lnTo>
                    <a:pt x="555640" y="40746"/>
                  </a:lnTo>
                  <a:lnTo>
                    <a:pt x="497743" y="48789"/>
                  </a:lnTo>
                  <a:lnTo>
                    <a:pt x="442347" y="57450"/>
                  </a:lnTo>
                  <a:lnTo>
                    <a:pt x="389583" y="66706"/>
                  </a:lnTo>
                  <a:lnTo>
                    <a:pt x="339579" y="76529"/>
                  </a:lnTo>
                  <a:lnTo>
                    <a:pt x="292467" y="86896"/>
                  </a:lnTo>
                  <a:lnTo>
                    <a:pt x="248377" y="97780"/>
                  </a:lnTo>
                  <a:lnTo>
                    <a:pt x="207438" y="109156"/>
                  </a:lnTo>
                  <a:lnTo>
                    <a:pt x="169781" y="120998"/>
                  </a:lnTo>
                  <a:lnTo>
                    <a:pt x="104831" y="145978"/>
                  </a:lnTo>
                  <a:lnTo>
                    <a:pt x="54569" y="172518"/>
                  </a:lnTo>
                  <a:lnTo>
                    <a:pt x="20035" y="200412"/>
                  </a:lnTo>
                  <a:lnTo>
                    <a:pt x="0" y="244347"/>
                  </a:lnTo>
                  <a:lnTo>
                    <a:pt x="2269" y="259238"/>
                  </a:lnTo>
                  <a:lnTo>
                    <a:pt x="35271" y="302387"/>
                  </a:lnTo>
                  <a:lnTo>
                    <a:pt x="77799" y="329629"/>
                  </a:lnTo>
                  <a:lnTo>
                    <a:pt x="135535" y="355415"/>
                  </a:lnTo>
                  <a:lnTo>
                    <a:pt x="207438" y="379539"/>
                  </a:lnTo>
                  <a:lnTo>
                    <a:pt x="248377" y="390915"/>
                  </a:lnTo>
                  <a:lnTo>
                    <a:pt x="292467" y="401799"/>
                  </a:lnTo>
                  <a:lnTo>
                    <a:pt x="339579" y="412166"/>
                  </a:lnTo>
                  <a:lnTo>
                    <a:pt x="389583" y="421989"/>
                  </a:lnTo>
                  <a:lnTo>
                    <a:pt x="442347" y="431245"/>
                  </a:lnTo>
                  <a:lnTo>
                    <a:pt x="497743" y="439906"/>
                  </a:lnTo>
                  <a:lnTo>
                    <a:pt x="555640" y="447949"/>
                  </a:lnTo>
                  <a:lnTo>
                    <a:pt x="615908" y="455346"/>
                  </a:lnTo>
                  <a:lnTo>
                    <a:pt x="678417" y="462073"/>
                  </a:lnTo>
                  <a:lnTo>
                    <a:pt x="743037" y="468105"/>
                  </a:lnTo>
                  <a:lnTo>
                    <a:pt x="809638" y="473414"/>
                  </a:lnTo>
                  <a:lnTo>
                    <a:pt x="878090" y="477977"/>
                  </a:lnTo>
                  <a:lnTo>
                    <a:pt x="948262" y="481768"/>
                  </a:lnTo>
                  <a:lnTo>
                    <a:pt x="1020026" y="484760"/>
                  </a:lnTo>
                  <a:lnTo>
                    <a:pt x="1093249" y="486930"/>
                  </a:lnTo>
                  <a:lnTo>
                    <a:pt x="1167803" y="488250"/>
                  </a:lnTo>
                  <a:lnTo>
                    <a:pt x="1243558" y="488695"/>
                  </a:lnTo>
                  <a:lnTo>
                    <a:pt x="6486118" y="488695"/>
                  </a:lnTo>
                  <a:lnTo>
                    <a:pt x="6561874" y="488250"/>
                  </a:lnTo>
                  <a:lnTo>
                    <a:pt x="6636430" y="486930"/>
                  </a:lnTo>
                  <a:lnTo>
                    <a:pt x="6709655" y="484760"/>
                  </a:lnTo>
                  <a:lnTo>
                    <a:pt x="6781419" y="481768"/>
                  </a:lnTo>
                  <a:lnTo>
                    <a:pt x="6851593" y="477977"/>
                  </a:lnTo>
                  <a:lnTo>
                    <a:pt x="6920046" y="473414"/>
                  </a:lnTo>
                  <a:lnTo>
                    <a:pt x="6986649" y="468105"/>
                  </a:lnTo>
                  <a:lnTo>
                    <a:pt x="7051270" y="462073"/>
                  </a:lnTo>
                  <a:lnTo>
                    <a:pt x="7113780" y="455346"/>
                  </a:lnTo>
                  <a:lnTo>
                    <a:pt x="7174050" y="447949"/>
                  </a:lnTo>
                  <a:lnTo>
                    <a:pt x="7231948" y="439906"/>
                  </a:lnTo>
                  <a:lnTo>
                    <a:pt x="7287345" y="431245"/>
                  </a:lnTo>
                  <a:lnTo>
                    <a:pt x="7340111" y="421989"/>
                  </a:lnTo>
                  <a:lnTo>
                    <a:pt x="7390115" y="412166"/>
                  </a:lnTo>
                  <a:lnTo>
                    <a:pt x="7437228" y="401799"/>
                  </a:lnTo>
                  <a:lnTo>
                    <a:pt x="7481319" y="390915"/>
                  </a:lnTo>
                  <a:lnTo>
                    <a:pt x="7522259" y="379539"/>
                  </a:lnTo>
                  <a:lnTo>
                    <a:pt x="7559917" y="367697"/>
                  </a:lnTo>
                  <a:lnTo>
                    <a:pt x="7624868" y="342717"/>
                  </a:lnTo>
                  <a:lnTo>
                    <a:pt x="7675131" y="316177"/>
                  </a:lnTo>
                  <a:lnTo>
                    <a:pt x="7709666" y="288283"/>
                  </a:lnTo>
                  <a:lnTo>
                    <a:pt x="7729702" y="244347"/>
                  </a:lnTo>
                  <a:lnTo>
                    <a:pt x="7727433" y="229457"/>
                  </a:lnTo>
                  <a:lnTo>
                    <a:pt x="7694430" y="186308"/>
                  </a:lnTo>
                  <a:lnTo>
                    <a:pt x="7651901" y="159066"/>
                  </a:lnTo>
                  <a:lnTo>
                    <a:pt x="7594164" y="133280"/>
                  </a:lnTo>
                  <a:lnTo>
                    <a:pt x="7522259" y="109156"/>
                  </a:lnTo>
                  <a:lnTo>
                    <a:pt x="7481319" y="97780"/>
                  </a:lnTo>
                  <a:lnTo>
                    <a:pt x="7437228" y="86896"/>
                  </a:lnTo>
                  <a:lnTo>
                    <a:pt x="7390115" y="76529"/>
                  </a:lnTo>
                  <a:lnTo>
                    <a:pt x="7340111" y="66706"/>
                  </a:lnTo>
                  <a:lnTo>
                    <a:pt x="7287345" y="57450"/>
                  </a:lnTo>
                  <a:lnTo>
                    <a:pt x="7231948" y="48789"/>
                  </a:lnTo>
                  <a:lnTo>
                    <a:pt x="7174050" y="40746"/>
                  </a:lnTo>
                  <a:lnTo>
                    <a:pt x="7113780" y="33349"/>
                  </a:lnTo>
                  <a:lnTo>
                    <a:pt x="7051270" y="26622"/>
                  </a:lnTo>
                  <a:lnTo>
                    <a:pt x="6986649" y="20590"/>
                  </a:lnTo>
                  <a:lnTo>
                    <a:pt x="6920046" y="15281"/>
                  </a:lnTo>
                  <a:lnTo>
                    <a:pt x="6851593" y="10718"/>
                  </a:lnTo>
                  <a:lnTo>
                    <a:pt x="6781419" y="6927"/>
                  </a:lnTo>
                  <a:lnTo>
                    <a:pt x="6709655" y="3935"/>
                  </a:lnTo>
                  <a:lnTo>
                    <a:pt x="6636430" y="1765"/>
                  </a:lnTo>
                  <a:lnTo>
                    <a:pt x="6561874" y="445"/>
                  </a:lnTo>
                  <a:lnTo>
                    <a:pt x="64861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1243558" y="0"/>
                  </a:moveTo>
                  <a:lnTo>
                    <a:pt x="6486118" y="0"/>
                  </a:lnTo>
                  <a:lnTo>
                    <a:pt x="6561874" y="445"/>
                  </a:lnTo>
                  <a:lnTo>
                    <a:pt x="6636430" y="1765"/>
                  </a:lnTo>
                  <a:lnTo>
                    <a:pt x="6709655" y="3935"/>
                  </a:lnTo>
                  <a:lnTo>
                    <a:pt x="6781419" y="6927"/>
                  </a:lnTo>
                  <a:lnTo>
                    <a:pt x="6851593" y="10718"/>
                  </a:lnTo>
                  <a:lnTo>
                    <a:pt x="6920046" y="15281"/>
                  </a:lnTo>
                  <a:lnTo>
                    <a:pt x="6986649" y="20590"/>
                  </a:lnTo>
                  <a:lnTo>
                    <a:pt x="7051270" y="26622"/>
                  </a:lnTo>
                  <a:lnTo>
                    <a:pt x="7113780" y="33349"/>
                  </a:lnTo>
                  <a:lnTo>
                    <a:pt x="7174050" y="40746"/>
                  </a:lnTo>
                  <a:lnTo>
                    <a:pt x="7231948" y="48789"/>
                  </a:lnTo>
                  <a:lnTo>
                    <a:pt x="7287345" y="57450"/>
                  </a:lnTo>
                  <a:lnTo>
                    <a:pt x="7340111" y="66706"/>
                  </a:lnTo>
                  <a:lnTo>
                    <a:pt x="7390115" y="76529"/>
                  </a:lnTo>
                  <a:lnTo>
                    <a:pt x="7437228" y="86896"/>
                  </a:lnTo>
                  <a:lnTo>
                    <a:pt x="7481319" y="97780"/>
                  </a:lnTo>
                  <a:lnTo>
                    <a:pt x="7522259" y="109156"/>
                  </a:lnTo>
                  <a:lnTo>
                    <a:pt x="7559917" y="120998"/>
                  </a:lnTo>
                  <a:lnTo>
                    <a:pt x="7624868" y="145978"/>
                  </a:lnTo>
                  <a:lnTo>
                    <a:pt x="7675131" y="172518"/>
                  </a:lnTo>
                  <a:lnTo>
                    <a:pt x="7709666" y="200412"/>
                  </a:lnTo>
                  <a:lnTo>
                    <a:pt x="7729702" y="244347"/>
                  </a:lnTo>
                  <a:lnTo>
                    <a:pt x="7727433" y="259238"/>
                  </a:lnTo>
                  <a:lnTo>
                    <a:pt x="7694430" y="302387"/>
                  </a:lnTo>
                  <a:lnTo>
                    <a:pt x="7651901" y="329629"/>
                  </a:lnTo>
                  <a:lnTo>
                    <a:pt x="7594164" y="355415"/>
                  </a:lnTo>
                  <a:lnTo>
                    <a:pt x="7522259" y="379539"/>
                  </a:lnTo>
                  <a:lnTo>
                    <a:pt x="7481319" y="390915"/>
                  </a:lnTo>
                  <a:lnTo>
                    <a:pt x="7437228" y="401799"/>
                  </a:lnTo>
                  <a:lnTo>
                    <a:pt x="7390115" y="412166"/>
                  </a:lnTo>
                  <a:lnTo>
                    <a:pt x="7340111" y="421989"/>
                  </a:lnTo>
                  <a:lnTo>
                    <a:pt x="7287345" y="431245"/>
                  </a:lnTo>
                  <a:lnTo>
                    <a:pt x="7231948" y="439906"/>
                  </a:lnTo>
                  <a:lnTo>
                    <a:pt x="7174050" y="447949"/>
                  </a:lnTo>
                  <a:lnTo>
                    <a:pt x="7113780" y="455346"/>
                  </a:lnTo>
                  <a:lnTo>
                    <a:pt x="7051270" y="462073"/>
                  </a:lnTo>
                  <a:lnTo>
                    <a:pt x="6986649" y="468105"/>
                  </a:lnTo>
                  <a:lnTo>
                    <a:pt x="6920046" y="473414"/>
                  </a:lnTo>
                  <a:lnTo>
                    <a:pt x="6851593" y="477977"/>
                  </a:lnTo>
                  <a:lnTo>
                    <a:pt x="6781419" y="481768"/>
                  </a:lnTo>
                  <a:lnTo>
                    <a:pt x="6709655" y="484760"/>
                  </a:lnTo>
                  <a:lnTo>
                    <a:pt x="6636430" y="486930"/>
                  </a:lnTo>
                  <a:lnTo>
                    <a:pt x="6561874" y="488250"/>
                  </a:lnTo>
                  <a:lnTo>
                    <a:pt x="6486118" y="488695"/>
                  </a:lnTo>
                  <a:lnTo>
                    <a:pt x="1243558" y="488695"/>
                  </a:lnTo>
                  <a:lnTo>
                    <a:pt x="1167803" y="488250"/>
                  </a:lnTo>
                  <a:lnTo>
                    <a:pt x="1093249" y="486930"/>
                  </a:lnTo>
                  <a:lnTo>
                    <a:pt x="1020026" y="484760"/>
                  </a:lnTo>
                  <a:lnTo>
                    <a:pt x="948262" y="481768"/>
                  </a:lnTo>
                  <a:lnTo>
                    <a:pt x="878090" y="477977"/>
                  </a:lnTo>
                  <a:lnTo>
                    <a:pt x="809638" y="473414"/>
                  </a:lnTo>
                  <a:lnTo>
                    <a:pt x="743037" y="468105"/>
                  </a:lnTo>
                  <a:lnTo>
                    <a:pt x="678417" y="462073"/>
                  </a:lnTo>
                  <a:lnTo>
                    <a:pt x="615908" y="455346"/>
                  </a:lnTo>
                  <a:lnTo>
                    <a:pt x="555640" y="447949"/>
                  </a:lnTo>
                  <a:lnTo>
                    <a:pt x="497743" y="439906"/>
                  </a:lnTo>
                  <a:lnTo>
                    <a:pt x="442347" y="431245"/>
                  </a:lnTo>
                  <a:lnTo>
                    <a:pt x="389583" y="421989"/>
                  </a:lnTo>
                  <a:lnTo>
                    <a:pt x="339579" y="412166"/>
                  </a:lnTo>
                  <a:lnTo>
                    <a:pt x="292467" y="401799"/>
                  </a:lnTo>
                  <a:lnTo>
                    <a:pt x="248377" y="390915"/>
                  </a:lnTo>
                  <a:lnTo>
                    <a:pt x="207438" y="379539"/>
                  </a:lnTo>
                  <a:lnTo>
                    <a:pt x="169781" y="367697"/>
                  </a:lnTo>
                  <a:lnTo>
                    <a:pt x="104831" y="342717"/>
                  </a:lnTo>
                  <a:lnTo>
                    <a:pt x="54569" y="316177"/>
                  </a:lnTo>
                  <a:lnTo>
                    <a:pt x="20035" y="288283"/>
                  </a:lnTo>
                  <a:lnTo>
                    <a:pt x="0" y="244347"/>
                  </a:lnTo>
                  <a:lnTo>
                    <a:pt x="2269" y="229457"/>
                  </a:lnTo>
                  <a:lnTo>
                    <a:pt x="35271" y="186308"/>
                  </a:lnTo>
                  <a:lnTo>
                    <a:pt x="77799" y="159066"/>
                  </a:lnTo>
                  <a:lnTo>
                    <a:pt x="135535" y="133280"/>
                  </a:lnTo>
                  <a:lnTo>
                    <a:pt x="207438" y="109156"/>
                  </a:lnTo>
                  <a:lnTo>
                    <a:pt x="248377" y="97780"/>
                  </a:lnTo>
                  <a:lnTo>
                    <a:pt x="292467" y="86896"/>
                  </a:lnTo>
                  <a:lnTo>
                    <a:pt x="339579" y="76529"/>
                  </a:lnTo>
                  <a:lnTo>
                    <a:pt x="389583" y="66706"/>
                  </a:lnTo>
                  <a:lnTo>
                    <a:pt x="442347" y="57450"/>
                  </a:lnTo>
                  <a:lnTo>
                    <a:pt x="497743" y="48789"/>
                  </a:lnTo>
                  <a:lnTo>
                    <a:pt x="555640" y="40746"/>
                  </a:lnTo>
                  <a:lnTo>
                    <a:pt x="615908" y="33349"/>
                  </a:lnTo>
                  <a:lnTo>
                    <a:pt x="678417" y="26622"/>
                  </a:lnTo>
                  <a:lnTo>
                    <a:pt x="743037" y="20590"/>
                  </a:lnTo>
                  <a:lnTo>
                    <a:pt x="809638" y="15281"/>
                  </a:lnTo>
                  <a:lnTo>
                    <a:pt x="878090" y="10718"/>
                  </a:lnTo>
                  <a:lnTo>
                    <a:pt x="948262" y="6927"/>
                  </a:lnTo>
                  <a:lnTo>
                    <a:pt x="1020026" y="3935"/>
                  </a:lnTo>
                  <a:lnTo>
                    <a:pt x="1093249" y="1765"/>
                  </a:lnTo>
                  <a:lnTo>
                    <a:pt x="1167803" y="445"/>
                  </a:lnTo>
                  <a:lnTo>
                    <a:pt x="1243558" y="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pubspec.yaml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95" y="960119"/>
            <a:ext cx="654557" cy="5341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9909" y="865098"/>
            <a:ext cx="7464425" cy="1397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pubspec.yaml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file:</a:t>
            </a:r>
            <a:endParaRPr sz="2000">
              <a:latin typeface="Times New Roman"/>
              <a:cs typeface="Times New Roman"/>
            </a:endParaRPr>
          </a:p>
          <a:p>
            <a:pPr marL="39941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99415" algn="l"/>
              </a:tabLst>
            </a:pPr>
            <a:r>
              <a:rPr dirty="0" sz="2000">
                <a:latin typeface="Times New Roman"/>
                <a:cs typeface="Times New Roman"/>
              </a:rPr>
              <a:t>Defines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project’s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metadata,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dependencies,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configuration</a:t>
            </a:r>
            <a:endParaRPr sz="2000">
              <a:latin typeface="Times New Roman"/>
              <a:cs typeface="Times New Roman"/>
            </a:endParaRPr>
          </a:p>
          <a:p>
            <a:pPr marL="399415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99415" algn="l"/>
              </a:tabLst>
            </a:pP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every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25" y="2528951"/>
            <a:ext cx="5251450" cy="227672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3793" y="4812719"/>
            <a:ext cx="7395845" cy="13970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name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Defined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create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description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--description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flag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version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Dart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versioning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(major.minor.patch+build)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87" y="178815"/>
            <a:ext cx="7761605" cy="520700"/>
            <a:chOff x="242087" y="178815"/>
            <a:chExt cx="7761605" cy="520700"/>
          </a:xfrm>
        </p:grpSpPr>
        <p:sp>
          <p:nvSpPr>
            <p:cNvPr id="3" name="object 3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6486118" y="0"/>
                  </a:moveTo>
                  <a:lnTo>
                    <a:pt x="1243558" y="0"/>
                  </a:lnTo>
                  <a:lnTo>
                    <a:pt x="1167803" y="445"/>
                  </a:lnTo>
                  <a:lnTo>
                    <a:pt x="1093249" y="1765"/>
                  </a:lnTo>
                  <a:lnTo>
                    <a:pt x="1020026" y="3935"/>
                  </a:lnTo>
                  <a:lnTo>
                    <a:pt x="948262" y="6927"/>
                  </a:lnTo>
                  <a:lnTo>
                    <a:pt x="878090" y="10718"/>
                  </a:lnTo>
                  <a:lnTo>
                    <a:pt x="809638" y="15281"/>
                  </a:lnTo>
                  <a:lnTo>
                    <a:pt x="743037" y="20590"/>
                  </a:lnTo>
                  <a:lnTo>
                    <a:pt x="678417" y="26622"/>
                  </a:lnTo>
                  <a:lnTo>
                    <a:pt x="615908" y="33349"/>
                  </a:lnTo>
                  <a:lnTo>
                    <a:pt x="555640" y="40746"/>
                  </a:lnTo>
                  <a:lnTo>
                    <a:pt x="497743" y="48789"/>
                  </a:lnTo>
                  <a:lnTo>
                    <a:pt x="442347" y="57450"/>
                  </a:lnTo>
                  <a:lnTo>
                    <a:pt x="389583" y="66706"/>
                  </a:lnTo>
                  <a:lnTo>
                    <a:pt x="339579" y="76529"/>
                  </a:lnTo>
                  <a:lnTo>
                    <a:pt x="292467" y="86896"/>
                  </a:lnTo>
                  <a:lnTo>
                    <a:pt x="248377" y="97780"/>
                  </a:lnTo>
                  <a:lnTo>
                    <a:pt x="207438" y="109156"/>
                  </a:lnTo>
                  <a:lnTo>
                    <a:pt x="169781" y="120998"/>
                  </a:lnTo>
                  <a:lnTo>
                    <a:pt x="104831" y="145978"/>
                  </a:lnTo>
                  <a:lnTo>
                    <a:pt x="54569" y="172518"/>
                  </a:lnTo>
                  <a:lnTo>
                    <a:pt x="20035" y="200412"/>
                  </a:lnTo>
                  <a:lnTo>
                    <a:pt x="0" y="244347"/>
                  </a:lnTo>
                  <a:lnTo>
                    <a:pt x="2269" y="259238"/>
                  </a:lnTo>
                  <a:lnTo>
                    <a:pt x="35271" y="302387"/>
                  </a:lnTo>
                  <a:lnTo>
                    <a:pt x="77799" y="329629"/>
                  </a:lnTo>
                  <a:lnTo>
                    <a:pt x="135535" y="355415"/>
                  </a:lnTo>
                  <a:lnTo>
                    <a:pt x="207438" y="379539"/>
                  </a:lnTo>
                  <a:lnTo>
                    <a:pt x="248377" y="390915"/>
                  </a:lnTo>
                  <a:lnTo>
                    <a:pt x="292467" y="401799"/>
                  </a:lnTo>
                  <a:lnTo>
                    <a:pt x="339579" y="412166"/>
                  </a:lnTo>
                  <a:lnTo>
                    <a:pt x="389583" y="421989"/>
                  </a:lnTo>
                  <a:lnTo>
                    <a:pt x="442347" y="431245"/>
                  </a:lnTo>
                  <a:lnTo>
                    <a:pt x="497743" y="439906"/>
                  </a:lnTo>
                  <a:lnTo>
                    <a:pt x="555640" y="447949"/>
                  </a:lnTo>
                  <a:lnTo>
                    <a:pt x="615908" y="455346"/>
                  </a:lnTo>
                  <a:lnTo>
                    <a:pt x="678417" y="462073"/>
                  </a:lnTo>
                  <a:lnTo>
                    <a:pt x="743037" y="468105"/>
                  </a:lnTo>
                  <a:lnTo>
                    <a:pt x="809638" y="473414"/>
                  </a:lnTo>
                  <a:lnTo>
                    <a:pt x="878090" y="477977"/>
                  </a:lnTo>
                  <a:lnTo>
                    <a:pt x="948262" y="481768"/>
                  </a:lnTo>
                  <a:lnTo>
                    <a:pt x="1020026" y="484760"/>
                  </a:lnTo>
                  <a:lnTo>
                    <a:pt x="1093249" y="486930"/>
                  </a:lnTo>
                  <a:lnTo>
                    <a:pt x="1167803" y="488250"/>
                  </a:lnTo>
                  <a:lnTo>
                    <a:pt x="1243558" y="488695"/>
                  </a:lnTo>
                  <a:lnTo>
                    <a:pt x="6486118" y="488695"/>
                  </a:lnTo>
                  <a:lnTo>
                    <a:pt x="6561874" y="488250"/>
                  </a:lnTo>
                  <a:lnTo>
                    <a:pt x="6636430" y="486930"/>
                  </a:lnTo>
                  <a:lnTo>
                    <a:pt x="6709655" y="484760"/>
                  </a:lnTo>
                  <a:lnTo>
                    <a:pt x="6781419" y="481768"/>
                  </a:lnTo>
                  <a:lnTo>
                    <a:pt x="6851593" y="477977"/>
                  </a:lnTo>
                  <a:lnTo>
                    <a:pt x="6920046" y="473414"/>
                  </a:lnTo>
                  <a:lnTo>
                    <a:pt x="6986649" y="468105"/>
                  </a:lnTo>
                  <a:lnTo>
                    <a:pt x="7051270" y="462073"/>
                  </a:lnTo>
                  <a:lnTo>
                    <a:pt x="7113780" y="455346"/>
                  </a:lnTo>
                  <a:lnTo>
                    <a:pt x="7174050" y="447949"/>
                  </a:lnTo>
                  <a:lnTo>
                    <a:pt x="7231948" y="439906"/>
                  </a:lnTo>
                  <a:lnTo>
                    <a:pt x="7287345" y="431245"/>
                  </a:lnTo>
                  <a:lnTo>
                    <a:pt x="7340111" y="421989"/>
                  </a:lnTo>
                  <a:lnTo>
                    <a:pt x="7390115" y="412166"/>
                  </a:lnTo>
                  <a:lnTo>
                    <a:pt x="7437228" y="401799"/>
                  </a:lnTo>
                  <a:lnTo>
                    <a:pt x="7481319" y="390915"/>
                  </a:lnTo>
                  <a:lnTo>
                    <a:pt x="7522259" y="379539"/>
                  </a:lnTo>
                  <a:lnTo>
                    <a:pt x="7559917" y="367697"/>
                  </a:lnTo>
                  <a:lnTo>
                    <a:pt x="7624868" y="342717"/>
                  </a:lnTo>
                  <a:lnTo>
                    <a:pt x="7675131" y="316177"/>
                  </a:lnTo>
                  <a:lnTo>
                    <a:pt x="7709666" y="288283"/>
                  </a:lnTo>
                  <a:lnTo>
                    <a:pt x="7729702" y="244347"/>
                  </a:lnTo>
                  <a:lnTo>
                    <a:pt x="7727433" y="229457"/>
                  </a:lnTo>
                  <a:lnTo>
                    <a:pt x="7694430" y="186308"/>
                  </a:lnTo>
                  <a:lnTo>
                    <a:pt x="7651901" y="159066"/>
                  </a:lnTo>
                  <a:lnTo>
                    <a:pt x="7594164" y="133280"/>
                  </a:lnTo>
                  <a:lnTo>
                    <a:pt x="7522259" y="109156"/>
                  </a:lnTo>
                  <a:lnTo>
                    <a:pt x="7481319" y="97780"/>
                  </a:lnTo>
                  <a:lnTo>
                    <a:pt x="7437228" y="86896"/>
                  </a:lnTo>
                  <a:lnTo>
                    <a:pt x="7390115" y="76529"/>
                  </a:lnTo>
                  <a:lnTo>
                    <a:pt x="7340111" y="66706"/>
                  </a:lnTo>
                  <a:lnTo>
                    <a:pt x="7287345" y="57450"/>
                  </a:lnTo>
                  <a:lnTo>
                    <a:pt x="7231948" y="48789"/>
                  </a:lnTo>
                  <a:lnTo>
                    <a:pt x="7174050" y="40746"/>
                  </a:lnTo>
                  <a:lnTo>
                    <a:pt x="7113780" y="33349"/>
                  </a:lnTo>
                  <a:lnTo>
                    <a:pt x="7051270" y="26622"/>
                  </a:lnTo>
                  <a:lnTo>
                    <a:pt x="6986649" y="20590"/>
                  </a:lnTo>
                  <a:lnTo>
                    <a:pt x="6920046" y="15281"/>
                  </a:lnTo>
                  <a:lnTo>
                    <a:pt x="6851593" y="10718"/>
                  </a:lnTo>
                  <a:lnTo>
                    <a:pt x="6781419" y="6927"/>
                  </a:lnTo>
                  <a:lnTo>
                    <a:pt x="6709655" y="3935"/>
                  </a:lnTo>
                  <a:lnTo>
                    <a:pt x="6636430" y="1765"/>
                  </a:lnTo>
                  <a:lnTo>
                    <a:pt x="6561874" y="445"/>
                  </a:lnTo>
                  <a:lnTo>
                    <a:pt x="64861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1243558" y="0"/>
                  </a:moveTo>
                  <a:lnTo>
                    <a:pt x="6486118" y="0"/>
                  </a:lnTo>
                  <a:lnTo>
                    <a:pt x="6561874" y="445"/>
                  </a:lnTo>
                  <a:lnTo>
                    <a:pt x="6636430" y="1765"/>
                  </a:lnTo>
                  <a:lnTo>
                    <a:pt x="6709655" y="3935"/>
                  </a:lnTo>
                  <a:lnTo>
                    <a:pt x="6781419" y="6927"/>
                  </a:lnTo>
                  <a:lnTo>
                    <a:pt x="6851593" y="10718"/>
                  </a:lnTo>
                  <a:lnTo>
                    <a:pt x="6920046" y="15281"/>
                  </a:lnTo>
                  <a:lnTo>
                    <a:pt x="6986649" y="20590"/>
                  </a:lnTo>
                  <a:lnTo>
                    <a:pt x="7051270" y="26622"/>
                  </a:lnTo>
                  <a:lnTo>
                    <a:pt x="7113780" y="33349"/>
                  </a:lnTo>
                  <a:lnTo>
                    <a:pt x="7174050" y="40746"/>
                  </a:lnTo>
                  <a:lnTo>
                    <a:pt x="7231948" y="48789"/>
                  </a:lnTo>
                  <a:lnTo>
                    <a:pt x="7287345" y="57450"/>
                  </a:lnTo>
                  <a:lnTo>
                    <a:pt x="7340111" y="66706"/>
                  </a:lnTo>
                  <a:lnTo>
                    <a:pt x="7390115" y="76529"/>
                  </a:lnTo>
                  <a:lnTo>
                    <a:pt x="7437228" y="86896"/>
                  </a:lnTo>
                  <a:lnTo>
                    <a:pt x="7481319" y="97780"/>
                  </a:lnTo>
                  <a:lnTo>
                    <a:pt x="7522259" y="109156"/>
                  </a:lnTo>
                  <a:lnTo>
                    <a:pt x="7559917" y="120998"/>
                  </a:lnTo>
                  <a:lnTo>
                    <a:pt x="7624868" y="145978"/>
                  </a:lnTo>
                  <a:lnTo>
                    <a:pt x="7675131" y="172518"/>
                  </a:lnTo>
                  <a:lnTo>
                    <a:pt x="7709666" y="200412"/>
                  </a:lnTo>
                  <a:lnTo>
                    <a:pt x="7729702" y="244347"/>
                  </a:lnTo>
                  <a:lnTo>
                    <a:pt x="7727433" y="259238"/>
                  </a:lnTo>
                  <a:lnTo>
                    <a:pt x="7694430" y="302387"/>
                  </a:lnTo>
                  <a:lnTo>
                    <a:pt x="7651901" y="329629"/>
                  </a:lnTo>
                  <a:lnTo>
                    <a:pt x="7594164" y="355415"/>
                  </a:lnTo>
                  <a:lnTo>
                    <a:pt x="7522259" y="379539"/>
                  </a:lnTo>
                  <a:lnTo>
                    <a:pt x="7481319" y="390915"/>
                  </a:lnTo>
                  <a:lnTo>
                    <a:pt x="7437228" y="401799"/>
                  </a:lnTo>
                  <a:lnTo>
                    <a:pt x="7390115" y="412166"/>
                  </a:lnTo>
                  <a:lnTo>
                    <a:pt x="7340111" y="421989"/>
                  </a:lnTo>
                  <a:lnTo>
                    <a:pt x="7287345" y="431245"/>
                  </a:lnTo>
                  <a:lnTo>
                    <a:pt x="7231948" y="439906"/>
                  </a:lnTo>
                  <a:lnTo>
                    <a:pt x="7174050" y="447949"/>
                  </a:lnTo>
                  <a:lnTo>
                    <a:pt x="7113780" y="455346"/>
                  </a:lnTo>
                  <a:lnTo>
                    <a:pt x="7051270" y="462073"/>
                  </a:lnTo>
                  <a:lnTo>
                    <a:pt x="6986649" y="468105"/>
                  </a:lnTo>
                  <a:lnTo>
                    <a:pt x="6920046" y="473414"/>
                  </a:lnTo>
                  <a:lnTo>
                    <a:pt x="6851593" y="477977"/>
                  </a:lnTo>
                  <a:lnTo>
                    <a:pt x="6781419" y="481768"/>
                  </a:lnTo>
                  <a:lnTo>
                    <a:pt x="6709655" y="484760"/>
                  </a:lnTo>
                  <a:lnTo>
                    <a:pt x="6636430" y="486930"/>
                  </a:lnTo>
                  <a:lnTo>
                    <a:pt x="6561874" y="488250"/>
                  </a:lnTo>
                  <a:lnTo>
                    <a:pt x="6486118" y="488695"/>
                  </a:lnTo>
                  <a:lnTo>
                    <a:pt x="1243558" y="488695"/>
                  </a:lnTo>
                  <a:lnTo>
                    <a:pt x="1167803" y="488250"/>
                  </a:lnTo>
                  <a:lnTo>
                    <a:pt x="1093249" y="486930"/>
                  </a:lnTo>
                  <a:lnTo>
                    <a:pt x="1020026" y="484760"/>
                  </a:lnTo>
                  <a:lnTo>
                    <a:pt x="948262" y="481768"/>
                  </a:lnTo>
                  <a:lnTo>
                    <a:pt x="878090" y="477977"/>
                  </a:lnTo>
                  <a:lnTo>
                    <a:pt x="809638" y="473414"/>
                  </a:lnTo>
                  <a:lnTo>
                    <a:pt x="743037" y="468105"/>
                  </a:lnTo>
                  <a:lnTo>
                    <a:pt x="678417" y="462073"/>
                  </a:lnTo>
                  <a:lnTo>
                    <a:pt x="615908" y="455346"/>
                  </a:lnTo>
                  <a:lnTo>
                    <a:pt x="555640" y="447949"/>
                  </a:lnTo>
                  <a:lnTo>
                    <a:pt x="497743" y="439906"/>
                  </a:lnTo>
                  <a:lnTo>
                    <a:pt x="442347" y="431245"/>
                  </a:lnTo>
                  <a:lnTo>
                    <a:pt x="389583" y="421989"/>
                  </a:lnTo>
                  <a:lnTo>
                    <a:pt x="339579" y="412166"/>
                  </a:lnTo>
                  <a:lnTo>
                    <a:pt x="292467" y="401799"/>
                  </a:lnTo>
                  <a:lnTo>
                    <a:pt x="248377" y="390915"/>
                  </a:lnTo>
                  <a:lnTo>
                    <a:pt x="207438" y="379539"/>
                  </a:lnTo>
                  <a:lnTo>
                    <a:pt x="169781" y="367697"/>
                  </a:lnTo>
                  <a:lnTo>
                    <a:pt x="104831" y="342717"/>
                  </a:lnTo>
                  <a:lnTo>
                    <a:pt x="54569" y="316177"/>
                  </a:lnTo>
                  <a:lnTo>
                    <a:pt x="20035" y="288283"/>
                  </a:lnTo>
                  <a:lnTo>
                    <a:pt x="0" y="244347"/>
                  </a:lnTo>
                  <a:lnTo>
                    <a:pt x="2269" y="229457"/>
                  </a:lnTo>
                  <a:lnTo>
                    <a:pt x="35271" y="186308"/>
                  </a:lnTo>
                  <a:lnTo>
                    <a:pt x="77799" y="159066"/>
                  </a:lnTo>
                  <a:lnTo>
                    <a:pt x="135535" y="133280"/>
                  </a:lnTo>
                  <a:lnTo>
                    <a:pt x="207438" y="109156"/>
                  </a:lnTo>
                  <a:lnTo>
                    <a:pt x="248377" y="97780"/>
                  </a:lnTo>
                  <a:lnTo>
                    <a:pt x="292467" y="86896"/>
                  </a:lnTo>
                  <a:lnTo>
                    <a:pt x="339579" y="76529"/>
                  </a:lnTo>
                  <a:lnTo>
                    <a:pt x="389583" y="66706"/>
                  </a:lnTo>
                  <a:lnTo>
                    <a:pt x="442347" y="57450"/>
                  </a:lnTo>
                  <a:lnTo>
                    <a:pt x="497743" y="48789"/>
                  </a:lnTo>
                  <a:lnTo>
                    <a:pt x="555640" y="40746"/>
                  </a:lnTo>
                  <a:lnTo>
                    <a:pt x="615908" y="33349"/>
                  </a:lnTo>
                  <a:lnTo>
                    <a:pt x="678417" y="26622"/>
                  </a:lnTo>
                  <a:lnTo>
                    <a:pt x="743037" y="20590"/>
                  </a:lnTo>
                  <a:lnTo>
                    <a:pt x="809638" y="15281"/>
                  </a:lnTo>
                  <a:lnTo>
                    <a:pt x="878090" y="10718"/>
                  </a:lnTo>
                  <a:lnTo>
                    <a:pt x="948262" y="6927"/>
                  </a:lnTo>
                  <a:lnTo>
                    <a:pt x="1020026" y="3935"/>
                  </a:lnTo>
                  <a:lnTo>
                    <a:pt x="1093249" y="1765"/>
                  </a:lnTo>
                  <a:lnTo>
                    <a:pt x="1167803" y="445"/>
                  </a:lnTo>
                  <a:lnTo>
                    <a:pt x="1243558" y="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pubspec.yaml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0628" y="4012240"/>
            <a:ext cx="6580505" cy="185547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environment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Specifies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Dart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SDK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supported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dependencies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Main: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SDK</a:t>
            </a:r>
            <a:endParaRPr sz="20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Extras: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cupertino_icons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(icon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iOS-</a:t>
            </a:r>
            <a:r>
              <a:rPr dirty="0" sz="2000">
                <a:latin typeface="Times New Roman"/>
                <a:cs typeface="Times New Roman"/>
              </a:rPr>
              <a:t>style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UI)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" y="1305178"/>
            <a:ext cx="6096888" cy="25340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87" y="178815"/>
            <a:ext cx="7761605" cy="520700"/>
            <a:chOff x="242087" y="178815"/>
            <a:chExt cx="7761605" cy="520700"/>
          </a:xfrm>
        </p:grpSpPr>
        <p:sp>
          <p:nvSpPr>
            <p:cNvPr id="3" name="object 3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6486118" y="0"/>
                  </a:moveTo>
                  <a:lnTo>
                    <a:pt x="1243558" y="0"/>
                  </a:lnTo>
                  <a:lnTo>
                    <a:pt x="1167803" y="445"/>
                  </a:lnTo>
                  <a:lnTo>
                    <a:pt x="1093249" y="1765"/>
                  </a:lnTo>
                  <a:lnTo>
                    <a:pt x="1020026" y="3935"/>
                  </a:lnTo>
                  <a:lnTo>
                    <a:pt x="948262" y="6927"/>
                  </a:lnTo>
                  <a:lnTo>
                    <a:pt x="878090" y="10718"/>
                  </a:lnTo>
                  <a:lnTo>
                    <a:pt x="809638" y="15281"/>
                  </a:lnTo>
                  <a:lnTo>
                    <a:pt x="743037" y="20590"/>
                  </a:lnTo>
                  <a:lnTo>
                    <a:pt x="678417" y="26622"/>
                  </a:lnTo>
                  <a:lnTo>
                    <a:pt x="615908" y="33349"/>
                  </a:lnTo>
                  <a:lnTo>
                    <a:pt x="555640" y="40746"/>
                  </a:lnTo>
                  <a:lnTo>
                    <a:pt x="497743" y="48789"/>
                  </a:lnTo>
                  <a:lnTo>
                    <a:pt x="442347" y="57450"/>
                  </a:lnTo>
                  <a:lnTo>
                    <a:pt x="389583" y="66706"/>
                  </a:lnTo>
                  <a:lnTo>
                    <a:pt x="339579" y="76529"/>
                  </a:lnTo>
                  <a:lnTo>
                    <a:pt x="292467" y="86896"/>
                  </a:lnTo>
                  <a:lnTo>
                    <a:pt x="248377" y="97780"/>
                  </a:lnTo>
                  <a:lnTo>
                    <a:pt x="207438" y="109156"/>
                  </a:lnTo>
                  <a:lnTo>
                    <a:pt x="169781" y="120998"/>
                  </a:lnTo>
                  <a:lnTo>
                    <a:pt x="104831" y="145978"/>
                  </a:lnTo>
                  <a:lnTo>
                    <a:pt x="54569" y="172518"/>
                  </a:lnTo>
                  <a:lnTo>
                    <a:pt x="20035" y="200412"/>
                  </a:lnTo>
                  <a:lnTo>
                    <a:pt x="0" y="244347"/>
                  </a:lnTo>
                  <a:lnTo>
                    <a:pt x="2269" y="259238"/>
                  </a:lnTo>
                  <a:lnTo>
                    <a:pt x="35271" y="302387"/>
                  </a:lnTo>
                  <a:lnTo>
                    <a:pt x="77799" y="329629"/>
                  </a:lnTo>
                  <a:lnTo>
                    <a:pt x="135535" y="355415"/>
                  </a:lnTo>
                  <a:lnTo>
                    <a:pt x="207438" y="379539"/>
                  </a:lnTo>
                  <a:lnTo>
                    <a:pt x="248377" y="390915"/>
                  </a:lnTo>
                  <a:lnTo>
                    <a:pt x="292467" y="401799"/>
                  </a:lnTo>
                  <a:lnTo>
                    <a:pt x="339579" y="412166"/>
                  </a:lnTo>
                  <a:lnTo>
                    <a:pt x="389583" y="421989"/>
                  </a:lnTo>
                  <a:lnTo>
                    <a:pt x="442347" y="431245"/>
                  </a:lnTo>
                  <a:lnTo>
                    <a:pt x="497743" y="439906"/>
                  </a:lnTo>
                  <a:lnTo>
                    <a:pt x="555640" y="447949"/>
                  </a:lnTo>
                  <a:lnTo>
                    <a:pt x="615908" y="455346"/>
                  </a:lnTo>
                  <a:lnTo>
                    <a:pt x="678417" y="462073"/>
                  </a:lnTo>
                  <a:lnTo>
                    <a:pt x="743037" y="468105"/>
                  </a:lnTo>
                  <a:lnTo>
                    <a:pt x="809638" y="473414"/>
                  </a:lnTo>
                  <a:lnTo>
                    <a:pt x="878090" y="477977"/>
                  </a:lnTo>
                  <a:lnTo>
                    <a:pt x="948262" y="481768"/>
                  </a:lnTo>
                  <a:lnTo>
                    <a:pt x="1020026" y="484760"/>
                  </a:lnTo>
                  <a:lnTo>
                    <a:pt x="1093249" y="486930"/>
                  </a:lnTo>
                  <a:lnTo>
                    <a:pt x="1167803" y="488250"/>
                  </a:lnTo>
                  <a:lnTo>
                    <a:pt x="1243558" y="488695"/>
                  </a:lnTo>
                  <a:lnTo>
                    <a:pt x="6486118" y="488695"/>
                  </a:lnTo>
                  <a:lnTo>
                    <a:pt x="6561874" y="488250"/>
                  </a:lnTo>
                  <a:lnTo>
                    <a:pt x="6636430" y="486930"/>
                  </a:lnTo>
                  <a:lnTo>
                    <a:pt x="6709655" y="484760"/>
                  </a:lnTo>
                  <a:lnTo>
                    <a:pt x="6781419" y="481768"/>
                  </a:lnTo>
                  <a:lnTo>
                    <a:pt x="6851593" y="477977"/>
                  </a:lnTo>
                  <a:lnTo>
                    <a:pt x="6920046" y="473414"/>
                  </a:lnTo>
                  <a:lnTo>
                    <a:pt x="6986649" y="468105"/>
                  </a:lnTo>
                  <a:lnTo>
                    <a:pt x="7051270" y="462073"/>
                  </a:lnTo>
                  <a:lnTo>
                    <a:pt x="7113780" y="455346"/>
                  </a:lnTo>
                  <a:lnTo>
                    <a:pt x="7174050" y="447949"/>
                  </a:lnTo>
                  <a:lnTo>
                    <a:pt x="7231948" y="439906"/>
                  </a:lnTo>
                  <a:lnTo>
                    <a:pt x="7287345" y="431245"/>
                  </a:lnTo>
                  <a:lnTo>
                    <a:pt x="7340111" y="421989"/>
                  </a:lnTo>
                  <a:lnTo>
                    <a:pt x="7390115" y="412166"/>
                  </a:lnTo>
                  <a:lnTo>
                    <a:pt x="7437228" y="401799"/>
                  </a:lnTo>
                  <a:lnTo>
                    <a:pt x="7481319" y="390915"/>
                  </a:lnTo>
                  <a:lnTo>
                    <a:pt x="7522259" y="379539"/>
                  </a:lnTo>
                  <a:lnTo>
                    <a:pt x="7559917" y="367697"/>
                  </a:lnTo>
                  <a:lnTo>
                    <a:pt x="7624868" y="342717"/>
                  </a:lnTo>
                  <a:lnTo>
                    <a:pt x="7675131" y="316177"/>
                  </a:lnTo>
                  <a:lnTo>
                    <a:pt x="7709666" y="288283"/>
                  </a:lnTo>
                  <a:lnTo>
                    <a:pt x="7729702" y="244347"/>
                  </a:lnTo>
                  <a:lnTo>
                    <a:pt x="7727433" y="229457"/>
                  </a:lnTo>
                  <a:lnTo>
                    <a:pt x="7694430" y="186308"/>
                  </a:lnTo>
                  <a:lnTo>
                    <a:pt x="7651901" y="159066"/>
                  </a:lnTo>
                  <a:lnTo>
                    <a:pt x="7594164" y="133280"/>
                  </a:lnTo>
                  <a:lnTo>
                    <a:pt x="7522259" y="109156"/>
                  </a:lnTo>
                  <a:lnTo>
                    <a:pt x="7481319" y="97780"/>
                  </a:lnTo>
                  <a:lnTo>
                    <a:pt x="7437228" y="86896"/>
                  </a:lnTo>
                  <a:lnTo>
                    <a:pt x="7390115" y="76529"/>
                  </a:lnTo>
                  <a:lnTo>
                    <a:pt x="7340111" y="66706"/>
                  </a:lnTo>
                  <a:lnTo>
                    <a:pt x="7287345" y="57450"/>
                  </a:lnTo>
                  <a:lnTo>
                    <a:pt x="7231948" y="48789"/>
                  </a:lnTo>
                  <a:lnTo>
                    <a:pt x="7174050" y="40746"/>
                  </a:lnTo>
                  <a:lnTo>
                    <a:pt x="7113780" y="33349"/>
                  </a:lnTo>
                  <a:lnTo>
                    <a:pt x="7051270" y="26622"/>
                  </a:lnTo>
                  <a:lnTo>
                    <a:pt x="6986649" y="20590"/>
                  </a:lnTo>
                  <a:lnTo>
                    <a:pt x="6920046" y="15281"/>
                  </a:lnTo>
                  <a:lnTo>
                    <a:pt x="6851593" y="10718"/>
                  </a:lnTo>
                  <a:lnTo>
                    <a:pt x="6781419" y="6927"/>
                  </a:lnTo>
                  <a:lnTo>
                    <a:pt x="6709655" y="3935"/>
                  </a:lnTo>
                  <a:lnTo>
                    <a:pt x="6636430" y="1765"/>
                  </a:lnTo>
                  <a:lnTo>
                    <a:pt x="6561874" y="445"/>
                  </a:lnTo>
                  <a:lnTo>
                    <a:pt x="64861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1243558" y="0"/>
                  </a:moveTo>
                  <a:lnTo>
                    <a:pt x="6486118" y="0"/>
                  </a:lnTo>
                  <a:lnTo>
                    <a:pt x="6561874" y="445"/>
                  </a:lnTo>
                  <a:lnTo>
                    <a:pt x="6636430" y="1765"/>
                  </a:lnTo>
                  <a:lnTo>
                    <a:pt x="6709655" y="3935"/>
                  </a:lnTo>
                  <a:lnTo>
                    <a:pt x="6781419" y="6927"/>
                  </a:lnTo>
                  <a:lnTo>
                    <a:pt x="6851593" y="10718"/>
                  </a:lnTo>
                  <a:lnTo>
                    <a:pt x="6920046" y="15281"/>
                  </a:lnTo>
                  <a:lnTo>
                    <a:pt x="6986649" y="20590"/>
                  </a:lnTo>
                  <a:lnTo>
                    <a:pt x="7051270" y="26622"/>
                  </a:lnTo>
                  <a:lnTo>
                    <a:pt x="7113780" y="33349"/>
                  </a:lnTo>
                  <a:lnTo>
                    <a:pt x="7174050" y="40746"/>
                  </a:lnTo>
                  <a:lnTo>
                    <a:pt x="7231948" y="48789"/>
                  </a:lnTo>
                  <a:lnTo>
                    <a:pt x="7287345" y="57450"/>
                  </a:lnTo>
                  <a:lnTo>
                    <a:pt x="7340111" y="66706"/>
                  </a:lnTo>
                  <a:lnTo>
                    <a:pt x="7390115" y="76529"/>
                  </a:lnTo>
                  <a:lnTo>
                    <a:pt x="7437228" y="86896"/>
                  </a:lnTo>
                  <a:lnTo>
                    <a:pt x="7481319" y="97780"/>
                  </a:lnTo>
                  <a:lnTo>
                    <a:pt x="7522259" y="109156"/>
                  </a:lnTo>
                  <a:lnTo>
                    <a:pt x="7559917" y="120998"/>
                  </a:lnTo>
                  <a:lnTo>
                    <a:pt x="7624868" y="145978"/>
                  </a:lnTo>
                  <a:lnTo>
                    <a:pt x="7675131" y="172518"/>
                  </a:lnTo>
                  <a:lnTo>
                    <a:pt x="7709666" y="200412"/>
                  </a:lnTo>
                  <a:lnTo>
                    <a:pt x="7729702" y="244347"/>
                  </a:lnTo>
                  <a:lnTo>
                    <a:pt x="7727433" y="259238"/>
                  </a:lnTo>
                  <a:lnTo>
                    <a:pt x="7694430" y="302387"/>
                  </a:lnTo>
                  <a:lnTo>
                    <a:pt x="7651901" y="329629"/>
                  </a:lnTo>
                  <a:lnTo>
                    <a:pt x="7594164" y="355415"/>
                  </a:lnTo>
                  <a:lnTo>
                    <a:pt x="7522259" y="379539"/>
                  </a:lnTo>
                  <a:lnTo>
                    <a:pt x="7481319" y="390915"/>
                  </a:lnTo>
                  <a:lnTo>
                    <a:pt x="7437228" y="401799"/>
                  </a:lnTo>
                  <a:lnTo>
                    <a:pt x="7390115" y="412166"/>
                  </a:lnTo>
                  <a:lnTo>
                    <a:pt x="7340111" y="421989"/>
                  </a:lnTo>
                  <a:lnTo>
                    <a:pt x="7287345" y="431245"/>
                  </a:lnTo>
                  <a:lnTo>
                    <a:pt x="7231948" y="439906"/>
                  </a:lnTo>
                  <a:lnTo>
                    <a:pt x="7174050" y="447949"/>
                  </a:lnTo>
                  <a:lnTo>
                    <a:pt x="7113780" y="455346"/>
                  </a:lnTo>
                  <a:lnTo>
                    <a:pt x="7051270" y="462073"/>
                  </a:lnTo>
                  <a:lnTo>
                    <a:pt x="6986649" y="468105"/>
                  </a:lnTo>
                  <a:lnTo>
                    <a:pt x="6920046" y="473414"/>
                  </a:lnTo>
                  <a:lnTo>
                    <a:pt x="6851593" y="477977"/>
                  </a:lnTo>
                  <a:lnTo>
                    <a:pt x="6781419" y="481768"/>
                  </a:lnTo>
                  <a:lnTo>
                    <a:pt x="6709655" y="484760"/>
                  </a:lnTo>
                  <a:lnTo>
                    <a:pt x="6636430" y="486930"/>
                  </a:lnTo>
                  <a:lnTo>
                    <a:pt x="6561874" y="488250"/>
                  </a:lnTo>
                  <a:lnTo>
                    <a:pt x="6486118" y="488695"/>
                  </a:lnTo>
                  <a:lnTo>
                    <a:pt x="1243558" y="488695"/>
                  </a:lnTo>
                  <a:lnTo>
                    <a:pt x="1167803" y="488250"/>
                  </a:lnTo>
                  <a:lnTo>
                    <a:pt x="1093249" y="486930"/>
                  </a:lnTo>
                  <a:lnTo>
                    <a:pt x="1020026" y="484760"/>
                  </a:lnTo>
                  <a:lnTo>
                    <a:pt x="948262" y="481768"/>
                  </a:lnTo>
                  <a:lnTo>
                    <a:pt x="878090" y="477977"/>
                  </a:lnTo>
                  <a:lnTo>
                    <a:pt x="809638" y="473414"/>
                  </a:lnTo>
                  <a:lnTo>
                    <a:pt x="743037" y="468105"/>
                  </a:lnTo>
                  <a:lnTo>
                    <a:pt x="678417" y="462073"/>
                  </a:lnTo>
                  <a:lnTo>
                    <a:pt x="615908" y="455346"/>
                  </a:lnTo>
                  <a:lnTo>
                    <a:pt x="555640" y="447949"/>
                  </a:lnTo>
                  <a:lnTo>
                    <a:pt x="497743" y="439906"/>
                  </a:lnTo>
                  <a:lnTo>
                    <a:pt x="442347" y="431245"/>
                  </a:lnTo>
                  <a:lnTo>
                    <a:pt x="389583" y="421989"/>
                  </a:lnTo>
                  <a:lnTo>
                    <a:pt x="339579" y="412166"/>
                  </a:lnTo>
                  <a:lnTo>
                    <a:pt x="292467" y="401799"/>
                  </a:lnTo>
                  <a:lnTo>
                    <a:pt x="248377" y="390915"/>
                  </a:lnTo>
                  <a:lnTo>
                    <a:pt x="207438" y="379539"/>
                  </a:lnTo>
                  <a:lnTo>
                    <a:pt x="169781" y="367697"/>
                  </a:lnTo>
                  <a:lnTo>
                    <a:pt x="104831" y="342717"/>
                  </a:lnTo>
                  <a:lnTo>
                    <a:pt x="54569" y="316177"/>
                  </a:lnTo>
                  <a:lnTo>
                    <a:pt x="20035" y="288283"/>
                  </a:lnTo>
                  <a:lnTo>
                    <a:pt x="0" y="244347"/>
                  </a:lnTo>
                  <a:lnTo>
                    <a:pt x="2269" y="229457"/>
                  </a:lnTo>
                  <a:lnTo>
                    <a:pt x="35271" y="186308"/>
                  </a:lnTo>
                  <a:lnTo>
                    <a:pt x="77799" y="159066"/>
                  </a:lnTo>
                  <a:lnTo>
                    <a:pt x="135535" y="133280"/>
                  </a:lnTo>
                  <a:lnTo>
                    <a:pt x="207438" y="109156"/>
                  </a:lnTo>
                  <a:lnTo>
                    <a:pt x="248377" y="97780"/>
                  </a:lnTo>
                  <a:lnTo>
                    <a:pt x="292467" y="86896"/>
                  </a:lnTo>
                  <a:lnTo>
                    <a:pt x="339579" y="76529"/>
                  </a:lnTo>
                  <a:lnTo>
                    <a:pt x="389583" y="66706"/>
                  </a:lnTo>
                  <a:lnTo>
                    <a:pt x="442347" y="57450"/>
                  </a:lnTo>
                  <a:lnTo>
                    <a:pt x="497743" y="48789"/>
                  </a:lnTo>
                  <a:lnTo>
                    <a:pt x="555640" y="40746"/>
                  </a:lnTo>
                  <a:lnTo>
                    <a:pt x="615908" y="33349"/>
                  </a:lnTo>
                  <a:lnTo>
                    <a:pt x="678417" y="26622"/>
                  </a:lnTo>
                  <a:lnTo>
                    <a:pt x="743037" y="20590"/>
                  </a:lnTo>
                  <a:lnTo>
                    <a:pt x="809638" y="15281"/>
                  </a:lnTo>
                  <a:lnTo>
                    <a:pt x="878090" y="10718"/>
                  </a:lnTo>
                  <a:lnTo>
                    <a:pt x="948262" y="6927"/>
                  </a:lnTo>
                  <a:lnTo>
                    <a:pt x="1020026" y="3935"/>
                  </a:lnTo>
                  <a:lnTo>
                    <a:pt x="1093249" y="1765"/>
                  </a:lnTo>
                  <a:lnTo>
                    <a:pt x="1167803" y="445"/>
                  </a:lnTo>
                  <a:lnTo>
                    <a:pt x="1243558" y="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pubspec.yaml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3268" y="2740993"/>
            <a:ext cx="6382385" cy="9398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dev_dependencies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development/testing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flutter_test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SDK,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utilities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812" y="1181988"/>
            <a:ext cx="4924679" cy="12724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87" y="178815"/>
            <a:ext cx="7761605" cy="520700"/>
            <a:chOff x="242087" y="178815"/>
            <a:chExt cx="7761605" cy="520700"/>
          </a:xfrm>
        </p:grpSpPr>
        <p:sp>
          <p:nvSpPr>
            <p:cNvPr id="3" name="object 3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6486118" y="0"/>
                  </a:moveTo>
                  <a:lnTo>
                    <a:pt x="1243558" y="0"/>
                  </a:lnTo>
                  <a:lnTo>
                    <a:pt x="1167803" y="445"/>
                  </a:lnTo>
                  <a:lnTo>
                    <a:pt x="1093249" y="1765"/>
                  </a:lnTo>
                  <a:lnTo>
                    <a:pt x="1020026" y="3935"/>
                  </a:lnTo>
                  <a:lnTo>
                    <a:pt x="948262" y="6927"/>
                  </a:lnTo>
                  <a:lnTo>
                    <a:pt x="878090" y="10718"/>
                  </a:lnTo>
                  <a:lnTo>
                    <a:pt x="809638" y="15281"/>
                  </a:lnTo>
                  <a:lnTo>
                    <a:pt x="743037" y="20590"/>
                  </a:lnTo>
                  <a:lnTo>
                    <a:pt x="678417" y="26622"/>
                  </a:lnTo>
                  <a:lnTo>
                    <a:pt x="615908" y="33349"/>
                  </a:lnTo>
                  <a:lnTo>
                    <a:pt x="555640" y="40746"/>
                  </a:lnTo>
                  <a:lnTo>
                    <a:pt x="497743" y="48789"/>
                  </a:lnTo>
                  <a:lnTo>
                    <a:pt x="442347" y="57450"/>
                  </a:lnTo>
                  <a:lnTo>
                    <a:pt x="389583" y="66706"/>
                  </a:lnTo>
                  <a:lnTo>
                    <a:pt x="339579" y="76529"/>
                  </a:lnTo>
                  <a:lnTo>
                    <a:pt x="292467" y="86896"/>
                  </a:lnTo>
                  <a:lnTo>
                    <a:pt x="248377" y="97780"/>
                  </a:lnTo>
                  <a:lnTo>
                    <a:pt x="207438" y="109156"/>
                  </a:lnTo>
                  <a:lnTo>
                    <a:pt x="169781" y="120998"/>
                  </a:lnTo>
                  <a:lnTo>
                    <a:pt x="104831" y="145978"/>
                  </a:lnTo>
                  <a:lnTo>
                    <a:pt x="54569" y="172518"/>
                  </a:lnTo>
                  <a:lnTo>
                    <a:pt x="20035" y="200412"/>
                  </a:lnTo>
                  <a:lnTo>
                    <a:pt x="0" y="244347"/>
                  </a:lnTo>
                  <a:lnTo>
                    <a:pt x="2269" y="259238"/>
                  </a:lnTo>
                  <a:lnTo>
                    <a:pt x="35271" y="302387"/>
                  </a:lnTo>
                  <a:lnTo>
                    <a:pt x="77799" y="329629"/>
                  </a:lnTo>
                  <a:lnTo>
                    <a:pt x="135535" y="355415"/>
                  </a:lnTo>
                  <a:lnTo>
                    <a:pt x="207438" y="379539"/>
                  </a:lnTo>
                  <a:lnTo>
                    <a:pt x="248377" y="390915"/>
                  </a:lnTo>
                  <a:lnTo>
                    <a:pt x="292467" y="401799"/>
                  </a:lnTo>
                  <a:lnTo>
                    <a:pt x="339579" y="412166"/>
                  </a:lnTo>
                  <a:lnTo>
                    <a:pt x="389583" y="421989"/>
                  </a:lnTo>
                  <a:lnTo>
                    <a:pt x="442347" y="431245"/>
                  </a:lnTo>
                  <a:lnTo>
                    <a:pt x="497743" y="439906"/>
                  </a:lnTo>
                  <a:lnTo>
                    <a:pt x="555640" y="447949"/>
                  </a:lnTo>
                  <a:lnTo>
                    <a:pt x="615908" y="455346"/>
                  </a:lnTo>
                  <a:lnTo>
                    <a:pt x="678417" y="462073"/>
                  </a:lnTo>
                  <a:lnTo>
                    <a:pt x="743037" y="468105"/>
                  </a:lnTo>
                  <a:lnTo>
                    <a:pt x="809638" y="473414"/>
                  </a:lnTo>
                  <a:lnTo>
                    <a:pt x="878090" y="477977"/>
                  </a:lnTo>
                  <a:lnTo>
                    <a:pt x="948262" y="481768"/>
                  </a:lnTo>
                  <a:lnTo>
                    <a:pt x="1020026" y="484760"/>
                  </a:lnTo>
                  <a:lnTo>
                    <a:pt x="1093249" y="486930"/>
                  </a:lnTo>
                  <a:lnTo>
                    <a:pt x="1167803" y="488250"/>
                  </a:lnTo>
                  <a:lnTo>
                    <a:pt x="1243558" y="488695"/>
                  </a:lnTo>
                  <a:lnTo>
                    <a:pt x="6486118" y="488695"/>
                  </a:lnTo>
                  <a:lnTo>
                    <a:pt x="6561874" y="488250"/>
                  </a:lnTo>
                  <a:lnTo>
                    <a:pt x="6636430" y="486930"/>
                  </a:lnTo>
                  <a:lnTo>
                    <a:pt x="6709655" y="484760"/>
                  </a:lnTo>
                  <a:lnTo>
                    <a:pt x="6781419" y="481768"/>
                  </a:lnTo>
                  <a:lnTo>
                    <a:pt x="6851593" y="477977"/>
                  </a:lnTo>
                  <a:lnTo>
                    <a:pt x="6920046" y="473414"/>
                  </a:lnTo>
                  <a:lnTo>
                    <a:pt x="6986649" y="468105"/>
                  </a:lnTo>
                  <a:lnTo>
                    <a:pt x="7051270" y="462073"/>
                  </a:lnTo>
                  <a:lnTo>
                    <a:pt x="7113780" y="455346"/>
                  </a:lnTo>
                  <a:lnTo>
                    <a:pt x="7174050" y="447949"/>
                  </a:lnTo>
                  <a:lnTo>
                    <a:pt x="7231948" y="439906"/>
                  </a:lnTo>
                  <a:lnTo>
                    <a:pt x="7287345" y="431245"/>
                  </a:lnTo>
                  <a:lnTo>
                    <a:pt x="7340111" y="421989"/>
                  </a:lnTo>
                  <a:lnTo>
                    <a:pt x="7390115" y="412166"/>
                  </a:lnTo>
                  <a:lnTo>
                    <a:pt x="7437228" y="401799"/>
                  </a:lnTo>
                  <a:lnTo>
                    <a:pt x="7481319" y="390915"/>
                  </a:lnTo>
                  <a:lnTo>
                    <a:pt x="7522259" y="379539"/>
                  </a:lnTo>
                  <a:lnTo>
                    <a:pt x="7559917" y="367697"/>
                  </a:lnTo>
                  <a:lnTo>
                    <a:pt x="7624868" y="342717"/>
                  </a:lnTo>
                  <a:lnTo>
                    <a:pt x="7675131" y="316177"/>
                  </a:lnTo>
                  <a:lnTo>
                    <a:pt x="7709666" y="288283"/>
                  </a:lnTo>
                  <a:lnTo>
                    <a:pt x="7729702" y="244347"/>
                  </a:lnTo>
                  <a:lnTo>
                    <a:pt x="7727433" y="229457"/>
                  </a:lnTo>
                  <a:lnTo>
                    <a:pt x="7694430" y="186308"/>
                  </a:lnTo>
                  <a:lnTo>
                    <a:pt x="7651901" y="159066"/>
                  </a:lnTo>
                  <a:lnTo>
                    <a:pt x="7594164" y="133280"/>
                  </a:lnTo>
                  <a:lnTo>
                    <a:pt x="7522259" y="109156"/>
                  </a:lnTo>
                  <a:lnTo>
                    <a:pt x="7481319" y="97780"/>
                  </a:lnTo>
                  <a:lnTo>
                    <a:pt x="7437228" y="86896"/>
                  </a:lnTo>
                  <a:lnTo>
                    <a:pt x="7390115" y="76529"/>
                  </a:lnTo>
                  <a:lnTo>
                    <a:pt x="7340111" y="66706"/>
                  </a:lnTo>
                  <a:lnTo>
                    <a:pt x="7287345" y="57450"/>
                  </a:lnTo>
                  <a:lnTo>
                    <a:pt x="7231948" y="48789"/>
                  </a:lnTo>
                  <a:lnTo>
                    <a:pt x="7174050" y="40746"/>
                  </a:lnTo>
                  <a:lnTo>
                    <a:pt x="7113780" y="33349"/>
                  </a:lnTo>
                  <a:lnTo>
                    <a:pt x="7051270" y="26622"/>
                  </a:lnTo>
                  <a:lnTo>
                    <a:pt x="6986649" y="20590"/>
                  </a:lnTo>
                  <a:lnTo>
                    <a:pt x="6920046" y="15281"/>
                  </a:lnTo>
                  <a:lnTo>
                    <a:pt x="6851593" y="10718"/>
                  </a:lnTo>
                  <a:lnTo>
                    <a:pt x="6781419" y="6927"/>
                  </a:lnTo>
                  <a:lnTo>
                    <a:pt x="6709655" y="3935"/>
                  </a:lnTo>
                  <a:lnTo>
                    <a:pt x="6636430" y="1765"/>
                  </a:lnTo>
                  <a:lnTo>
                    <a:pt x="6561874" y="445"/>
                  </a:lnTo>
                  <a:lnTo>
                    <a:pt x="64861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1243558" y="0"/>
                  </a:moveTo>
                  <a:lnTo>
                    <a:pt x="6486118" y="0"/>
                  </a:lnTo>
                  <a:lnTo>
                    <a:pt x="6561874" y="445"/>
                  </a:lnTo>
                  <a:lnTo>
                    <a:pt x="6636430" y="1765"/>
                  </a:lnTo>
                  <a:lnTo>
                    <a:pt x="6709655" y="3935"/>
                  </a:lnTo>
                  <a:lnTo>
                    <a:pt x="6781419" y="6927"/>
                  </a:lnTo>
                  <a:lnTo>
                    <a:pt x="6851593" y="10718"/>
                  </a:lnTo>
                  <a:lnTo>
                    <a:pt x="6920046" y="15281"/>
                  </a:lnTo>
                  <a:lnTo>
                    <a:pt x="6986649" y="20590"/>
                  </a:lnTo>
                  <a:lnTo>
                    <a:pt x="7051270" y="26622"/>
                  </a:lnTo>
                  <a:lnTo>
                    <a:pt x="7113780" y="33349"/>
                  </a:lnTo>
                  <a:lnTo>
                    <a:pt x="7174050" y="40746"/>
                  </a:lnTo>
                  <a:lnTo>
                    <a:pt x="7231948" y="48789"/>
                  </a:lnTo>
                  <a:lnTo>
                    <a:pt x="7287345" y="57450"/>
                  </a:lnTo>
                  <a:lnTo>
                    <a:pt x="7340111" y="66706"/>
                  </a:lnTo>
                  <a:lnTo>
                    <a:pt x="7390115" y="76529"/>
                  </a:lnTo>
                  <a:lnTo>
                    <a:pt x="7437228" y="86896"/>
                  </a:lnTo>
                  <a:lnTo>
                    <a:pt x="7481319" y="97780"/>
                  </a:lnTo>
                  <a:lnTo>
                    <a:pt x="7522259" y="109156"/>
                  </a:lnTo>
                  <a:lnTo>
                    <a:pt x="7559917" y="120998"/>
                  </a:lnTo>
                  <a:lnTo>
                    <a:pt x="7624868" y="145978"/>
                  </a:lnTo>
                  <a:lnTo>
                    <a:pt x="7675131" y="172518"/>
                  </a:lnTo>
                  <a:lnTo>
                    <a:pt x="7709666" y="200412"/>
                  </a:lnTo>
                  <a:lnTo>
                    <a:pt x="7729702" y="244347"/>
                  </a:lnTo>
                  <a:lnTo>
                    <a:pt x="7727433" y="259238"/>
                  </a:lnTo>
                  <a:lnTo>
                    <a:pt x="7694430" y="302387"/>
                  </a:lnTo>
                  <a:lnTo>
                    <a:pt x="7651901" y="329629"/>
                  </a:lnTo>
                  <a:lnTo>
                    <a:pt x="7594164" y="355415"/>
                  </a:lnTo>
                  <a:lnTo>
                    <a:pt x="7522259" y="379539"/>
                  </a:lnTo>
                  <a:lnTo>
                    <a:pt x="7481319" y="390915"/>
                  </a:lnTo>
                  <a:lnTo>
                    <a:pt x="7437228" y="401799"/>
                  </a:lnTo>
                  <a:lnTo>
                    <a:pt x="7390115" y="412166"/>
                  </a:lnTo>
                  <a:lnTo>
                    <a:pt x="7340111" y="421989"/>
                  </a:lnTo>
                  <a:lnTo>
                    <a:pt x="7287345" y="431245"/>
                  </a:lnTo>
                  <a:lnTo>
                    <a:pt x="7231948" y="439906"/>
                  </a:lnTo>
                  <a:lnTo>
                    <a:pt x="7174050" y="447949"/>
                  </a:lnTo>
                  <a:lnTo>
                    <a:pt x="7113780" y="455346"/>
                  </a:lnTo>
                  <a:lnTo>
                    <a:pt x="7051270" y="462073"/>
                  </a:lnTo>
                  <a:lnTo>
                    <a:pt x="6986649" y="468105"/>
                  </a:lnTo>
                  <a:lnTo>
                    <a:pt x="6920046" y="473414"/>
                  </a:lnTo>
                  <a:lnTo>
                    <a:pt x="6851593" y="477977"/>
                  </a:lnTo>
                  <a:lnTo>
                    <a:pt x="6781419" y="481768"/>
                  </a:lnTo>
                  <a:lnTo>
                    <a:pt x="6709655" y="484760"/>
                  </a:lnTo>
                  <a:lnTo>
                    <a:pt x="6636430" y="486930"/>
                  </a:lnTo>
                  <a:lnTo>
                    <a:pt x="6561874" y="488250"/>
                  </a:lnTo>
                  <a:lnTo>
                    <a:pt x="6486118" y="488695"/>
                  </a:lnTo>
                  <a:lnTo>
                    <a:pt x="1243558" y="488695"/>
                  </a:lnTo>
                  <a:lnTo>
                    <a:pt x="1167803" y="488250"/>
                  </a:lnTo>
                  <a:lnTo>
                    <a:pt x="1093249" y="486930"/>
                  </a:lnTo>
                  <a:lnTo>
                    <a:pt x="1020026" y="484760"/>
                  </a:lnTo>
                  <a:lnTo>
                    <a:pt x="948262" y="481768"/>
                  </a:lnTo>
                  <a:lnTo>
                    <a:pt x="878090" y="477977"/>
                  </a:lnTo>
                  <a:lnTo>
                    <a:pt x="809638" y="473414"/>
                  </a:lnTo>
                  <a:lnTo>
                    <a:pt x="743037" y="468105"/>
                  </a:lnTo>
                  <a:lnTo>
                    <a:pt x="678417" y="462073"/>
                  </a:lnTo>
                  <a:lnTo>
                    <a:pt x="615908" y="455346"/>
                  </a:lnTo>
                  <a:lnTo>
                    <a:pt x="555640" y="447949"/>
                  </a:lnTo>
                  <a:lnTo>
                    <a:pt x="497743" y="439906"/>
                  </a:lnTo>
                  <a:lnTo>
                    <a:pt x="442347" y="431245"/>
                  </a:lnTo>
                  <a:lnTo>
                    <a:pt x="389583" y="421989"/>
                  </a:lnTo>
                  <a:lnTo>
                    <a:pt x="339579" y="412166"/>
                  </a:lnTo>
                  <a:lnTo>
                    <a:pt x="292467" y="401799"/>
                  </a:lnTo>
                  <a:lnTo>
                    <a:pt x="248377" y="390915"/>
                  </a:lnTo>
                  <a:lnTo>
                    <a:pt x="207438" y="379539"/>
                  </a:lnTo>
                  <a:lnTo>
                    <a:pt x="169781" y="367697"/>
                  </a:lnTo>
                  <a:lnTo>
                    <a:pt x="104831" y="342717"/>
                  </a:lnTo>
                  <a:lnTo>
                    <a:pt x="54569" y="316177"/>
                  </a:lnTo>
                  <a:lnTo>
                    <a:pt x="20035" y="288283"/>
                  </a:lnTo>
                  <a:lnTo>
                    <a:pt x="0" y="244347"/>
                  </a:lnTo>
                  <a:lnTo>
                    <a:pt x="2269" y="229457"/>
                  </a:lnTo>
                  <a:lnTo>
                    <a:pt x="35271" y="186308"/>
                  </a:lnTo>
                  <a:lnTo>
                    <a:pt x="77799" y="159066"/>
                  </a:lnTo>
                  <a:lnTo>
                    <a:pt x="135535" y="133280"/>
                  </a:lnTo>
                  <a:lnTo>
                    <a:pt x="207438" y="109156"/>
                  </a:lnTo>
                  <a:lnTo>
                    <a:pt x="248377" y="97780"/>
                  </a:lnTo>
                  <a:lnTo>
                    <a:pt x="292467" y="86896"/>
                  </a:lnTo>
                  <a:lnTo>
                    <a:pt x="339579" y="76529"/>
                  </a:lnTo>
                  <a:lnTo>
                    <a:pt x="389583" y="66706"/>
                  </a:lnTo>
                  <a:lnTo>
                    <a:pt x="442347" y="57450"/>
                  </a:lnTo>
                  <a:lnTo>
                    <a:pt x="497743" y="48789"/>
                  </a:lnTo>
                  <a:lnTo>
                    <a:pt x="555640" y="40746"/>
                  </a:lnTo>
                  <a:lnTo>
                    <a:pt x="615908" y="33349"/>
                  </a:lnTo>
                  <a:lnTo>
                    <a:pt x="678417" y="26622"/>
                  </a:lnTo>
                  <a:lnTo>
                    <a:pt x="743037" y="20590"/>
                  </a:lnTo>
                  <a:lnTo>
                    <a:pt x="809638" y="15281"/>
                  </a:lnTo>
                  <a:lnTo>
                    <a:pt x="878090" y="10718"/>
                  </a:lnTo>
                  <a:lnTo>
                    <a:pt x="948262" y="6927"/>
                  </a:lnTo>
                  <a:lnTo>
                    <a:pt x="1020026" y="3935"/>
                  </a:lnTo>
                  <a:lnTo>
                    <a:pt x="1093249" y="1765"/>
                  </a:lnTo>
                  <a:lnTo>
                    <a:pt x="1167803" y="445"/>
                  </a:lnTo>
                  <a:lnTo>
                    <a:pt x="1243558" y="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pubspec.yaml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64398" y="1081913"/>
            <a:ext cx="4170045" cy="23456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346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configuration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like:</a:t>
            </a:r>
            <a:endParaRPr sz="2000">
              <a:latin typeface="Times New Roman"/>
              <a:cs typeface="Times New Roman"/>
            </a:endParaRPr>
          </a:p>
          <a:p>
            <a:pPr marL="892175" indent="-3429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92175" algn="l"/>
              </a:tabLst>
            </a:pP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icons</a:t>
            </a:r>
            <a:endParaRPr sz="2000">
              <a:latin typeface="Times New Roman"/>
              <a:cs typeface="Times New Roman"/>
            </a:endParaRPr>
          </a:p>
          <a:p>
            <a:pPr marL="891540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91540" algn="l"/>
              </a:tabLst>
            </a:pPr>
            <a:r>
              <a:rPr dirty="0" sz="2000">
                <a:latin typeface="Times New Roman"/>
                <a:cs typeface="Times New Roman"/>
              </a:rPr>
              <a:t>Assets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(images,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sound,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etc.)</a:t>
            </a:r>
            <a:endParaRPr sz="2000">
              <a:latin typeface="Times New Roman"/>
              <a:cs typeface="Times New Roman"/>
            </a:endParaRPr>
          </a:p>
          <a:p>
            <a:pPr marL="892175" indent="-342900">
              <a:lnSpc>
                <a:spcPct val="100000"/>
              </a:lnSpc>
              <a:spcBef>
                <a:spcPts val="1205"/>
              </a:spcBef>
              <a:buFont typeface="Wingdings"/>
              <a:buChar char=""/>
              <a:tabLst>
                <a:tab pos="892175" algn="l"/>
              </a:tabLst>
            </a:pPr>
            <a:r>
              <a:rPr dirty="0" sz="2000" spc="-10">
                <a:latin typeface="Times New Roman"/>
                <a:cs typeface="Times New Roman"/>
              </a:rPr>
              <a:t>Fonts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62" y="912647"/>
            <a:ext cx="7049516" cy="57157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87" y="178815"/>
            <a:ext cx="7761605" cy="520700"/>
            <a:chOff x="242087" y="178815"/>
            <a:chExt cx="7761605" cy="520700"/>
          </a:xfrm>
        </p:grpSpPr>
        <p:sp>
          <p:nvSpPr>
            <p:cNvPr id="3" name="object 3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6486118" y="0"/>
                  </a:moveTo>
                  <a:lnTo>
                    <a:pt x="1243558" y="0"/>
                  </a:lnTo>
                  <a:lnTo>
                    <a:pt x="1167803" y="445"/>
                  </a:lnTo>
                  <a:lnTo>
                    <a:pt x="1093249" y="1765"/>
                  </a:lnTo>
                  <a:lnTo>
                    <a:pt x="1020026" y="3935"/>
                  </a:lnTo>
                  <a:lnTo>
                    <a:pt x="948262" y="6927"/>
                  </a:lnTo>
                  <a:lnTo>
                    <a:pt x="878090" y="10718"/>
                  </a:lnTo>
                  <a:lnTo>
                    <a:pt x="809638" y="15281"/>
                  </a:lnTo>
                  <a:lnTo>
                    <a:pt x="743037" y="20590"/>
                  </a:lnTo>
                  <a:lnTo>
                    <a:pt x="678417" y="26622"/>
                  </a:lnTo>
                  <a:lnTo>
                    <a:pt x="615908" y="33349"/>
                  </a:lnTo>
                  <a:lnTo>
                    <a:pt x="555640" y="40746"/>
                  </a:lnTo>
                  <a:lnTo>
                    <a:pt x="497743" y="48789"/>
                  </a:lnTo>
                  <a:lnTo>
                    <a:pt x="442347" y="57450"/>
                  </a:lnTo>
                  <a:lnTo>
                    <a:pt x="389583" y="66706"/>
                  </a:lnTo>
                  <a:lnTo>
                    <a:pt x="339579" y="76529"/>
                  </a:lnTo>
                  <a:lnTo>
                    <a:pt x="292467" y="86896"/>
                  </a:lnTo>
                  <a:lnTo>
                    <a:pt x="248377" y="97780"/>
                  </a:lnTo>
                  <a:lnTo>
                    <a:pt x="207438" y="109156"/>
                  </a:lnTo>
                  <a:lnTo>
                    <a:pt x="169781" y="120998"/>
                  </a:lnTo>
                  <a:lnTo>
                    <a:pt x="104831" y="145978"/>
                  </a:lnTo>
                  <a:lnTo>
                    <a:pt x="54569" y="172518"/>
                  </a:lnTo>
                  <a:lnTo>
                    <a:pt x="20035" y="200412"/>
                  </a:lnTo>
                  <a:lnTo>
                    <a:pt x="0" y="244347"/>
                  </a:lnTo>
                  <a:lnTo>
                    <a:pt x="2269" y="259238"/>
                  </a:lnTo>
                  <a:lnTo>
                    <a:pt x="35271" y="302387"/>
                  </a:lnTo>
                  <a:lnTo>
                    <a:pt x="77799" y="329629"/>
                  </a:lnTo>
                  <a:lnTo>
                    <a:pt x="135535" y="355415"/>
                  </a:lnTo>
                  <a:lnTo>
                    <a:pt x="207438" y="379539"/>
                  </a:lnTo>
                  <a:lnTo>
                    <a:pt x="248377" y="390915"/>
                  </a:lnTo>
                  <a:lnTo>
                    <a:pt x="292467" y="401799"/>
                  </a:lnTo>
                  <a:lnTo>
                    <a:pt x="339579" y="412166"/>
                  </a:lnTo>
                  <a:lnTo>
                    <a:pt x="389583" y="421989"/>
                  </a:lnTo>
                  <a:lnTo>
                    <a:pt x="442347" y="431245"/>
                  </a:lnTo>
                  <a:lnTo>
                    <a:pt x="497743" y="439906"/>
                  </a:lnTo>
                  <a:lnTo>
                    <a:pt x="555640" y="447949"/>
                  </a:lnTo>
                  <a:lnTo>
                    <a:pt x="615908" y="455346"/>
                  </a:lnTo>
                  <a:lnTo>
                    <a:pt x="678417" y="462073"/>
                  </a:lnTo>
                  <a:lnTo>
                    <a:pt x="743037" y="468105"/>
                  </a:lnTo>
                  <a:lnTo>
                    <a:pt x="809638" y="473414"/>
                  </a:lnTo>
                  <a:lnTo>
                    <a:pt x="878090" y="477977"/>
                  </a:lnTo>
                  <a:lnTo>
                    <a:pt x="948262" y="481768"/>
                  </a:lnTo>
                  <a:lnTo>
                    <a:pt x="1020026" y="484760"/>
                  </a:lnTo>
                  <a:lnTo>
                    <a:pt x="1093249" y="486930"/>
                  </a:lnTo>
                  <a:lnTo>
                    <a:pt x="1167803" y="488250"/>
                  </a:lnTo>
                  <a:lnTo>
                    <a:pt x="1243558" y="488695"/>
                  </a:lnTo>
                  <a:lnTo>
                    <a:pt x="6486118" y="488695"/>
                  </a:lnTo>
                  <a:lnTo>
                    <a:pt x="6561874" y="488250"/>
                  </a:lnTo>
                  <a:lnTo>
                    <a:pt x="6636430" y="486930"/>
                  </a:lnTo>
                  <a:lnTo>
                    <a:pt x="6709655" y="484760"/>
                  </a:lnTo>
                  <a:lnTo>
                    <a:pt x="6781419" y="481768"/>
                  </a:lnTo>
                  <a:lnTo>
                    <a:pt x="6851593" y="477977"/>
                  </a:lnTo>
                  <a:lnTo>
                    <a:pt x="6920046" y="473414"/>
                  </a:lnTo>
                  <a:lnTo>
                    <a:pt x="6986649" y="468105"/>
                  </a:lnTo>
                  <a:lnTo>
                    <a:pt x="7051270" y="462073"/>
                  </a:lnTo>
                  <a:lnTo>
                    <a:pt x="7113780" y="455346"/>
                  </a:lnTo>
                  <a:lnTo>
                    <a:pt x="7174050" y="447949"/>
                  </a:lnTo>
                  <a:lnTo>
                    <a:pt x="7231948" y="439906"/>
                  </a:lnTo>
                  <a:lnTo>
                    <a:pt x="7287345" y="431245"/>
                  </a:lnTo>
                  <a:lnTo>
                    <a:pt x="7340111" y="421989"/>
                  </a:lnTo>
                  <a:lnTo>
                    <a:pt x="7390115" y="412166"/>
                  </a:lnTo>
                  <a:lnTo>
                    <a:pt x="7437228" y="401799"/>
                  </a:lnTo>
                  <a:lnTo>
                    <a:pt x="7481319" y="390915"/>
                  </a:lnTo>
                  <a:lnTo>
                    <a:pt x="7522259" y="379539"/>
                  </a:lnTo>
                  <a:lnTo>
                    <a:pt x="7559917" y="367697"/>
                  </a:lnTo>
                  <a:lnTo>
                    <a:pt x="7624868" y="342717"/>
                  </a:lnTo>
                  <a:lnTo>
                    <a:pt x="7675131" y="316177"/>
                  </a:lnTo>
                  <a:lnTo>
                    <a:pt x="7709666" y="288283"/>
                  </a:lnTo>
                  <a:lnTo>
                    <a:pt x="7729702" y="244347"/>
                  </a:lnTo>
                  <a:lnTo>
                    <a:pt x="7727433" y="229457"/>
                  </a:lnTo>
                  <a:lnTo>
                    <a:pt x="7694430" y="186308"/>
                  </a:lnTo>
                  <a:lnTo>
                    <a:pt x="7651901" y="159066"/>
                  </a:lnTo>
                  <a:lnTo>
                    <a:pt x="7594164" y="133280"/>
                  </a:lnTo>
                  <a:lnTo>
                    <a:pt x="7522259" y="109156"/>
                  </a:lnTo>
                  <a:lnTo>
                    <a:pt x="7481319" y="97780"/>
                  </a:lnTo>
                  <a:lnTo>
                    <a:pt x="7437228" y="86896"/>
                  </a:lnTo>
                  <a:lnTo>
                    <a:pt x="7390115" y="76529"/>
                  </a:lnTo>
                  <a:lnTo>
                    <a:pt x="7340111" y="66706"/>
                  </a:lnTo>
                  <a:lnTo>
                    <a:pt x="7287345" y="57450"/>
                  </a:lnTo>
                  <a:lnTo>
                    <a:pt x="7231948" y="48789"/>
                  </a:lnTo>
                  <a:lnTo>
                    <a:pt x="7174050" y="40746"/>
                  </a:lnTo>
                  <a:lnTo>
                    <a:pt x="7113780" y="33349"/>
                  </a:lnTo>
                  <a:lnTo>
                    <a:pt x="7051270" y="26622"/>
                  </a:lnTo>
                  <a:lnTo>
                    <a:pt x="6986649" y="20590"/>
                  </a:lnTo>
                  <a:lnTo>
                    <a:pt x="6920046" y="15281"/>
                  </a:lnTo>
                  <a:lnTo>
                    <a:pt x="6851593" y="10718"/>
                  </a:lnTo>
                  <a:lnTo>
                    <a:pt x="6781419" y="6927"/>
                  </a:lnTo>
                  <a:lnTo>
                    <a:pt x="6709655" y="3935"/>
                  </a:lnTo>
                  <a:lnTo>
                    <a:pt x="6636430" y="1765"/>
                  </a:lnTo>
                  <a:lnTo>
                    <a:pt x="6561874" y="445"/>
                  </a:lnTo>
                  <a:lnTo>
                    <a:pt x="648611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57962" y="194690"/>
              <a:ext cx="7729855" cy="488950"/>
            </a:xfrm>
            <a:custGeom>
              <a:avLst/>
              <a:gdLst/>
              <a:ahLst/>
              <a:cxnLst/>
              <a:rect l="l" t="t" r="r" b="b"/>
              <a:pathLst>
                <a:path w="7729855" h="488950">
                  <a:moveTo>
                    <a:pt x="1243558" y="0"/>
                  </a:moveTo>
                  <a:lnTo>
                    <a:pt x="6486118" y="0"/>
                  </a:lnTo>
                  <a:lnTo>
                    <a:pt x="6561874" y="445"/>
                  </a:lnTo>
                  <a:lnTo>
                    <a:pt x="6636430" y="1765"/>
                  </a:lnTo>
                  <a:lnTo>
                    <a:pt x="6709655" y="3935"/>
                  </a:lnTo>
                  <a:lnTo>
                    <a:pt x="6781419" y="6927"/>
                  </a:lnTo>
                  <a:lnTo>
                    <a:pt x="6851593" y="10718"/>
                  </a:lnTo>
                  <a:lnTo>
                    <a:pt x="6920046" y="15281"/>
                  </a:lnTo>
                  <a:lnTo>
                    <a:pt x="6986649" y="20590"/>
                  </a:lnTo>
                  <a:lnTo>
                    <a:pt x="7051270" y="26622"/>
                  </a:lnTo>
                  <a:lnTo>
                    <a:pt x="7113780" y="33349"/>
                  </a:lnTo>
                  <a:lnTo>
                    <a:pt x="7174050" y="40746"/>
                  </a:lnTo>
                  <a:lnTo>
                    <a:pt x="7231948" y="48789"/>
                  </a:lnTo>
                  <a:lnTo>
                    <a:pt x="7287345" y="57450"/>
                  </a:lnTo>
                  <a:lnTo>
                    <a:pt x="7340111" y="66706"/>
                  </a:lnTo>
                  <a:lnTo>
                    <a:pt x="7390115" y="76529"/>
                  </a:lnTo>
                  <a:lnTo>
                    <a:pt x="7437228" y="86896"/>
                  </a:lnTo>
                  <a:lnTo>
                    <a:pt x="7481319" y="97780"/>
                  </a:lnTo>
                  <a:lnTo>
                    <a:pt x="7522259" y="109156"/>
                  </a:lnTo>
                  <a:lnTo>
                    <a:pt x="7559917" y="120998"/>
                  </a:lnTo>
                  <a:lnTo>
                    <a:pt x="7624868" y="145978"/>
                  </a:lnTo>
                  <a:lnTo>
                    <a:pt x="7675131" y="172518"/>
                  </a:lnTo>
                  <a:lnTo>
                    <a:pt x="7709666" y="200412"/>
                  </a:lnTo>
                  <a:lnTo>
                    <a:pt x="7729702" y="244347"/>
                  </a:lnTo>
                  <a:lnTo>
                    <a:pt x="7727433" y="259238"/>
                  </a:lnTo>
                  <a:lnTo>
                    <a:pt x="7694430" y="302387"/>
                  </a:lnTo>
                  <a:lnTo>
                    <a:pt x="7651901" y="329629"/>
                  </a:lnTo>
                  <a:lnTo>
                    <a:pt x="7594164" y="355415"/>
                  </a:lnTo>
                  <a:lnTo>
                    <a:pt x="7522259" y="379539"/>
                  </a:lnTo>
                  <a:lnTo>
                    <a:pt x="7481319" y="390915"/>
                  </a:lnTo>
                  <a:lnTo>
                    <a:pt x="7437228" y="401799"/>
                  </a:lnTo>
                  <a:lnTo>
                    <a:pt x="7390115" y="412166"/>
                  </a:lnTo>
                  <a:lnTo>
                    <a:pt x="7340111" y="421989"/>
                  </a:lnTo>
                  <a:lnTo>
                    <a:pt x="7287345" y="431245"/>
                  </a:lnTo>
                  <a:lnTo>
                    <a:pt x="7231948" y="439906"/>
                  </a:lnTo>
                  <a:lnTo>
                    <a:pt x="7174050" y="447949"/>
                  </a:lnTo>
                  <a:lnTo>
                    <a:pt x="7113780" y="455346"/>
                  </a:lnTo>
                  <a:lnTo>
                    <a:pt x="7051270" y="462073"/>
                  </a:lnTo>
                  <a:lnTo>
                    <a:pt x="6986649" y="468105"/>
                  </a:lnTo>
                  <a:lnTo>
                    <a:pt x="6920046" y="473414"/>
                  </a:lnTo>
                  <a:lnTo>
                    <a:pt x="6851593" y="477977"/>
                  </a:lnTo>
                  <a:lnTo>
                    <a:pt x="6781419" y="481768"/>
                  </a:lnTo>
                  <a:lnTo>
                    <a:pt x="6709655" y="484760"/>
                  </a:lnTo>
                  <a:lnTo>
                    <a:pt x="6636430" y="486930"/>
                  </a:lnTo>
                  <a:lnTo>
                    <a:pt x="6561874" y="488250"/>
                  </a:lnTo>
                  <a:lnTo>
                    <a:pt x="6486118" y="488695"/>
                  </a:lnTo>
                  <a:lnTo>
                    <a:pt x="1243558" y="488695"/>
                  </a:lnTo>
                  <a:lnTo>
                    <a:pt x="1167803" y="488250"/>
                  </a:lnTo>
                  <a:lnTo>
                    <a:pt x="1093249" y="486930"/>
                  </a:lnTo>
                  <a:lnTo>
                    <a:pt x="1020026" y="484760"/>
                  </a:lnTo>
                  <a:lnTo>
                    <a:pt x="948262" y="481768"/>
                  </a:lnTo>
                  <a:lnTo>
                    <a:pt x="878090" y="477977"/>
                  </a:lnTo>
                  <a:lnTo>
                    <a:pt x="809638" y="473414"/>
                  </a:lnTo>
                  <a:lnTo>
                    <a:pt x="743037" y="468105"/>
                  </a:lnTo>
                  <a:lnTo>
                    <a:pt x="678417" y="462073"/>
                  </a:lnTo>
                  <a:lnTo>
                    <a:pt x="615908" y="455346"/>
                  </a:lnTo>
                  <a:lnTo>
                    <a:pt x="555640" y="447949"/>
                  </a:lnTo>
                  <a:lnTo>
                    <a:pt x="497743" y="439906"/>
                  </a:lnTo>
                  <a:lnTo>
                    <a:pt x="442347" y="431245"/>
                  </a:lnTo>
                  <a:lnTo>
                    <a:pt x="389583" y="421989"/>
                  </a:lnTo>
                  <a:lnTo>
                    <a:pt x="339579" y="412166"/>
                  </a:lnTo>
                  <a:lnTo>
                    <a:pt x="292467" y="401799"/>
                  </a:lnTo>
                  <a:lnTo>
                    <a:pt x="248377" y="390915"/>
                  </a:lnTo>
                  <a:lnTo>
                    <a:pt x="207438" y="379539"/>
                  </a:lnTo>
                  <a:lnTo>
                    <a:pt x="169781" y="367697"/>
                  </a:lnTo>
                  <a:lnTo>
                    <a:pt x="104831" y="342717"/>
                  </a:lnTo>
                  <a:lnTo>
                    <a:pt x="54569" y="316177"/>
                  </a:lnTo>
                  <a:lnTo>
                    <a:pt x="20035" y="288283"/>
                  </a:lnTo>
                  <a:lnTo>
                    <a:pt x="0" y="244347"/>
                  </a:lnTo>
                  <a:lnTo>
                    <a:pt x="2269" y="229457"/>
                  </a:lnTo>
                  <a:lnTo>
                    <a:pt x="35271" y="186308"/>
                  </a:lnTo>
                  <a:lnTo>
                    <a:pt x="77799" y="159066"/>
                  </a:lnTo>
                  <a:lnTo>
                    <a:pt x="135535" y="133280"/>
                  </a:lnTo>
                  <a:lnTo>
                    <a:pt x="207438" y="109156"/>
                  </a:lnTo>
                  <a:lnTo>
                    <a:pt x="248377" y="97780"/>
                  </a:lnTo>
                  <a:lnTo>
                    <a:pt x="292467" y="86896"/>
                  </a:lnTo>
                  <a:lnTo>
                    <a:pt x="339579" y="76529"/>
                  </a:lnTo>
                  <a:lnTo>
                    <a:pt x="389583" y="66706"/>
                  </a:lnTo>
                  <a:lnTo>
                    <a:pt x="442347" y="57450"/>
                  </a:lnTo>
                  <a:lnTo>
                    <a:pt x="497743" y="48789"/>
                  </a:lnTo>
                  <a:lnTo>
                    <a:pt x="555640" y="40746"/>
                  </a:lnTo>
                  <a:lnTo>
                    <a:pt x="615908" y="33349"/>
                  </a:lnTo>
                  <a:lnTo>
                    <a:pt x="678417" y="26622"/>
                  </a:lnTo>
                  <a:lnTo>
                    <a:pt x="743037" y="20590"/>
                  </a:lnTo>
                  <a:lnTo>
                    <a:pt x="809638" y="15281"/>
                  </a:lnTo>
                  <a:lnTo>
                    <a:pt x="878090" y="10718"/>
                  </a:lnTo>
                  <a:lnTo>
                    <a:pt x="948262" y="6927"/>
                  </a:lnTo>
                  <a:lnTo>
                    <a:pt x="1020026" y="3935"/>
                  </a:lnTo>
                  <a:lnTo>
                    <a:pt x="1093249" y="1765"/>
                  </a:lnTo>
                  <a:lnTo>
                    <a:pt x="1167803" y="445"/>
                  </a:lnTo>
                  <a:lnTo>
                    <a:pt x="1243558" y="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pubspec.yaml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95" y="1149096"/>
            <a:ext cx="654557" cy="5341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9909" y="1205864"/>
            <a:ext cx="3334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Example: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image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500" y="1816747"/>
            <a:ext cx="8089138" cy="68934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6595" y="2592323"/>
            <a:ext cx="1035685" cy="991869"/>
            <a:chOff x="196595" y="2592323"/>
            <a:chExt cx="1035685" cy="99186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595" y="2592323"/>
              <a:ext cx="654557" cy="5341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95" y="3049523"/>
              <a:ext cx="654558" cy="5341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49909" y="2497937"/>
            <a:ext cx="6905625" cy="939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folder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Ending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folder,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subfolders.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126" y="3556317"/>
            <a:ext cx="8089138" cy="7737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6595" y="4631435"/>
            <a:ext cx="654557" cy="53416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9909" y="4689094"/>
            <a:ext cx="2312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To include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subfolders: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4500" y="5220525"/>
            <a:ext cx="8070088" cy="10844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05790" y="6330188"/>
            <a:ext cx="4618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65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9"/>
              </a:rPr>
              <a:t>https://docs.flutter.dev/ui/assets/assets-</a:t>
            </a:r>
            <a:r>
              <a:rPr dirty="0" u="sng" sz="1800" spc="-125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9"/>
              </a:rPr>
              <a:t>and-</a:t>
            </a:r>
            <a:r>
              <a:rPr dirty="0" u="sng" sz="1800" spc="-7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9"/>
              </a:rPr>
              <a:t>images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867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00200" y="2386710"/>
            <a:ext cx="89916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 marR="16510">
              <a:lnSpc>
                <a:spcPts val="3650"/>
              </a:lnSpc>
              <a:spcBef>
                <a:spcPts val="785"/>
              </a:spcBef>
            </a:pPr>
            <a:r>
              <a:rPr dirty="0" sz="3200" spc="260">
                <a:solidFill>
                  <a:srgbClr val="252525"/>
                </a:solidFill>
                <a:latin typeface="Trebuchet MS"/>
                <a:cs typeface="Trebuchet MS"/>
              </a:rPr>
              <a:t>CHAPTER</a:t>
            </a:r>
            <a:r>
              <a:rPr dirty="0" sz="3200" spc="3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200" spc="-5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  <a:p>
            <a:pPr algn="ctr" marL="2167890" marR="2186940">
              <a:lnSpc>
                <a:spcPts val="3460"/>
              </a:lnSpc>
              <a:spcBef>
                <a:spcPts val="244"/>
              </a:spcBef>
            </a:pPr>
            <a:r>
              <a:rPr dirty="0" sz="3200" spc="280">
                <a:solidFill>
                  <a:srgbClr val="252525"/>
                </a:solidFill>
                <a:latin typeface="Trebuchet MS"/>
                <a:cs typeface="Trebuchet MS"/>
              </a:rPr>
              <a:t>(WIDGETS</a:t>
            </a:r>
            <a:r>
              <a:rPr dirty="0" sz="3200" spc="3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200" spc="420">
                <a:solidFill>
                  <a:srgbClr val="252525"/>
                </a:solidFill>
                <a:latin typeface="Trebuchet MS"/>
                <a:cs typeface="Trebuchet MS"/>
              </a:rPr>
              <a:t>–</a:t>
            </a:r>
            <a:r>
              <a:rPr dirty="0" sz="3200" spc="3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200" spc="285">
                <a:solidFill>
                  <a:srgbClr val="252525"/>
                </a:solidFill>
                <a:latin typeface="Trebuchet MS"/>
                <a:cs typeface="Trebuchet MS"/>
              </a:rPr>
              <a:t>BUILDING </a:t>
            </a:r>
            <a:r>
              <a:rPr dirty="0" sz="3200" spc="295">
                <a:solidFill>
                  <a:srgbClr val="252525"/>
                </a:solidFill>
                <a:latin typeface="Trebuchet MS"/>
                <a:cs typeface="Trebuchet MS"/>
              </a:rPr>
              <a:t>LAYOUTS</a:t>
            </a:r>
            <a:r>
              <a:rPr dirty="0" sz="3200" spc="3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200" spc="28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3200" spc="3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3200" spc="140">
                <a:solidFill>
                  <a:srgbClr val="252525"/>
                </a:solidFill>
                <a:latin typeface="Trebuchet MS"/>
                <a:cs typeface="Trebuchet MS"/>
              </a:rPr>
              <a:t>FLUTTER)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7420" y="4375784"/>
            <a:ext cx="26790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FFFFFF"/>
                </a:solidFill>
                <a:latin typeface="Trebuchet MS"/>
                <a:cs typeface="Trebuchet MS"/>
              </a:rPr>
              <a:t>Prepared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2000" spc="-20">
                <a:solidFill>
                  <a:srgbClr val="FFFFFF"/>
                </a:solidFill>
                <a:latin typeface="Trebuchet MS"/>
                <a:cs typeface="Trebuchet MS"/>
              </a:rPr>
              <a:t> Nurul</a:t>
            </a:r>
            <a:r>
              <a:rPr dirty="0" sz="20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Trebuchet MS"/>
                <a:cs typeface="Trebuchet MS"/>
              </a:rPr>
              <a:t>Amera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7729855" cy="48895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175"/>
              </a:spcBef>
            </a:pPr>
            <a:r>
              <a:rPr dirty="0" spc="114">
                <a:solidFill>
                  <a:srgbClr val="FFFFFF"/>
                </a:solidFill>
              </a:rPr>
              <a:t>STATEFUL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VS</a:t>
            </a:r>
            <a:r>
              <a:rPr dirty="0" spc="365">
                <a:solidFill>
                  <a:srgbClr val="FFFFFF"/>
                </a:solidFill>
              </a:rPr>
              <a:t> </a:t>
            </a:r>
            <a:r>
              <a:rPr dirty="0" spc="105">
                <a:solidFill>
                  <a:srgbClr val="FFFFFF"/>
                </a:solidFill>
              </a:rPr>
              <a:t>STATELESS</a:t>
            </a:r>
            <a:r>
              <a:rPr dirty="0" spc="45">
                <a:solidFill>
                  <a:srgbClr val="FFFFFF"/>
                </a:solidFill>
              </a:rPr>
              <a:t> </a:t>
            </a:r>
            <a:r>
              <a:rPr dirty="0" spc="270">
                <a:solidFill>
                  <a:srgbClr val="FFFFFF"/>
                </a:solidFill>
              </a:rPr>
              <a:t>WIDGETS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865098"/>
            <a:ext cx="9907270" cy="3226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types: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Stateless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Immutable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Stateful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rebuild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dirty="0" sz="2000" spc="-20">
                <a:latin typeface="Times New Roman"/>
                <a:cs typeface="Times New Roman"/>
              </a:rPr>
              <a:t>Why?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UI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elements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static,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(like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interaction).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Flutter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separates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whether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65"/>
            <a:ext cx="9579610" cy="48895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806450">
              <a:lnSpc>
                <a:spcPct val="100000"/>
              </a:lnSpc>
              <a:spcBef>
                <a:spcPts val="175"/>
              </a:spcBef>
            </a:pPr>
            <a:r>
              <a:rPr dirty="0" spc="105">
                <a:solidFill>
                  <a:srgbClr val="FFFFFF"/>
                </a:solidFill>
              </a:rPr>
              <a:t>STATELESS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VS</a:t>
            </a:r>
            <a:r>
              <a:rPr dirty="0" spc="355">
                <a:solidFill>
                  <a:srgbClr val="FFFFFF"/>
                </a:solidFill>
              </a:rPr>
              <a:t> </a:t>
            </a:r>
            <a:r>
              <a:rPr dirty="0" spc="114">
                <a:solidFill>
                  <a:srgbClr val="FFFFFF"/>
                </a:solidFill>
              </a:rPr>
              <a:t>STATEFUL</a:t>
            </a:r>
            <a:r>
              <a:rPr dirty="0" spc="390">
                <a:solidFill>
                  <a:srgbClr val="FFFFFF"/>
                </a:solidFill>
              </a:rPr>
              <a:t> </a:t>
            </a:r>
            <a:r>
              <a:rPr dirty="0" spc="325">
                <a:solidFill>
                  <a:srgbClr val="FFFFFF"/>
                </a:solidFill>
              </a:rPr>
              <a:t>–</a:t>
            </a:r>
            <a:r>
              <a:rPr dirty="0" spc="45">
                <a:solidFill>
                  <a:srgbClr val="FFFFFF"/>
                </a:solidFill>
              </a:rPr>
              <a:t> </a:t>
            </a:r>
            <a:r>
              <a:rPr dirty="0" spc="370">
                <a:solidFill>
                  <a:srgbClr val="FFFFFF"/>
                </a:solidFill>
              </a:rPr>
              <a:t>WHEN</a:t>
            </a:r>
            <a:r>
              <a:rPr dirty="0" spc="30">
                <a:solidFill>
                  <a:srgbClr val="FFFFFF"/>
                </a:solidFill>
              </a:rPr>
              <a:t> </a:t>
            </a:r>
            <a:r>
              <a:rPr dirty="0" spc="215">
                <a:solidFill>
                  <a:srgbClr val="FFFFFF"/>
                </a:solidFill>
              </a:rPr>
              <a:t>TO</a:t>
            </a:r>
            <a:r>
              <a:rPr dirty="0" spc="360">
                <a:solidFill>
                  <a:srgbClr val="FFFFFF"/>
                </a:solidFill>
              </a:rPr>
              <a:t> </a:t>
            </a:r>
            <a:r>
              <a:rPr dirty="0" spc="120">
                <a:solidFill>
                  <a:srgbClr val="FFFFFF"/>
                </a:solidFill>
              </a:rPr>
              <a:t>USE</a:t>
            </a:r>
            <a:r>
              <a:rPr dirty="0" spc="45">
                <a:solidFill>
                  <a:srgbClr val="FFFFFF"/>
                </a:solidFill>
              </a:rPr>
              <a:t> </a:t>
            </a:r>
            <a:r>
              <a:rPr dirty="0" spc="310">
                <a:solidFill>
                  <a:srgbClr val="FFFFFF"/>
                </a:solidFill>
              </a:rPr>
              <a:t>WHICH?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865098"/>
            <a:ext cx="8861425" cy="27692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900" algn="l"/>
              </a:tabLst>
            </a:pPr>
            <a:r>
              <a:rPr dirty="0" sz="2000" b="1">
                <a:latin typeface="Times New Roman"/>
                <a:cs typeface="Times New Roman"/>
              </a:rPr>
              <a:t>Stateless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fixed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dirty="0" sz="2000" b="1">
                <a:latin typeface="Times New Roman"/>
                <a:cs typeface="Times New Roman"/>
              </a:rPr>
              <a:t>Stateful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mutable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adapts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Developer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tips:</a:t>
            </a:r>
            <a:endParaRPr sz="2000">
              <a:latin typeface="Times New Roman"/>
              <a:cs typeface="Times New Roman"/>
            </a:endParaRPr>
          </a:p>
          <a:p>
            <a:pPr lvl="1" marL="9271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927100" algn="l"/>
              </a:tabLst>
            </a:pP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stateless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default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unless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dynamically</a:t>
            </a:r>
            <a:endParaRPr sz="2000">
              <a:latin typeface="Times New Roman"/>
              <a:cs typeface="Times New Roman"/>
            </a:endParaRPr>
          </a:p>
          <a:p>
            <a:pPr lvl="1" marL="9271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927100" algn="l"/>
              </a:tabLst>
            </a:pPr>
            <a:r>
              <a:rPr dirty="0" sz="2000">
                <a:latin typeface="Times New Roman"/>
                <a:cs typeface="Times New Roman"/>
              </a:rPr>
              <a:t>Overusing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stateful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performance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maintainability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issues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14"/>
            <a:ext cx="6297295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ctr" marR="22860">
              <a:lnSpc>
                <a:spcPct val="100000"/>
              </a:lnSpc>
              <a:spcBef>
                <a:spcPts val="100"/>
              </a:spcBef>
            </a:pPr>
            <a:r>
              <a:rPr dirty="0" spc="160">
                <a:solidFill>
                  <a:srgbClr val="FFFFFF"/>
                </a:solidFill>
              </a:rPr>
              <a:t>STATELESS</a:t>
            </a:r>
            <a:r>
              <a:rPr dirty="0" spc="345">
                <a:solidFill>
                  <a:srgbClr val="FFFFFF"/>
                </a:solidFill>
              </a:rPr>
              <a:t> </a:t>
            </a:r>
            <a:r>
              <a:rPr dirty="0" spc="270">
                <a:solidFill>
                  <a:srgbClr val="FFFFFF"/>
                </a:solidFill>
              </a:rPr>
              <a:t>WIDGETS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62" y="1217422"/>
            <a:ext cx="2301113" cy="30262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5495" y="3110483"/>
            <a:ext cx="654557" cy="5341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469265" algn="l"/>
              </a:tabLst>
            </a:pPr>
            <a:r>
              <a:rPr dirty="0"/>
              <a:t>Parent</a:t>
            </a:r>
            <a:r>
              <a:rPr dirty="0" spc="-25"/>
              <a:t> </a:t>
            </a:r>
            <a:r>
              <a:rPr dirty="0"/>
              <a:t>widget</a:t>
            </a:r>
            <a:r>
              <a:rPr dirty="0" spc="-35"/>
              <a:t> </a:t>
            </a:r>
            <a:r>
              <a:rPr dirty="0"/>
              <a:t>builds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/>
              <a:t>child</a:t>
            </a:r>
            <a:r>
              <a:rPr dirty="0" spc="-5"/>
              <a:t> </a:t>
            </a:r>
            <a:r>
              <a:rPr dirty="0" spc="-10"/>
              <a:t>StatelessWidget</a:t>
            </a: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dirty="0"/>
              <a:t>Passes</a:t>
            </a:r>
            <a:r>
              <a:rPr dirty="0" spc="-30"/>
              <a:t> </a:t>
            </a:r>
            <a:r>
              <a:rPr dirty="0"/>
              <a:t>properties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10"/>
              <a:t> descriptions</a:t>
            </a: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dirty="0"/>
              <a:t>The child</a:t>
            </a:r>
            <a:r>
              <a:rPr dirty="0" spc="-20"/>
              <a:t> </a:t>
            </a:r>
            <a:r>
              <a:rPr dirty="0"/>
              <a:t>cannot</a:t>
            </a:r>
            <a:r>
              <a:rPr dirty="0" spc="-35"/>
              <a:t> </a:t>
            </a:r>
            <a:r>
              <a:rPr dirty="0"/>
              <a:t>change</a:t>
            </a:r>
            <a:r>
              <a:rPr dirty="0" spc="-15"/>
              <a:t> </a:t>
            </a:r>
            <a:r>
              <a:rPr dirty="0"/>
              <a:t>itself,</a:t>
            </a:r>
            <a:r>
              <a:rPr dirty="0" spc="-10"/>
              <a:t> </a:t>
            </a:r>
            <a:r>
              <a:rPr dirty="0"/>
              <a:t>it</a:t>
            </a:r>
            <a:r>
              <a:rPr dirty="0" spc="-20"/>
              <a:t> </a:t>
            </a:r>
            <a:r>
              <a:rPr dirty="0"/>
              <a:t>only</a:t>
            </a:r>
            <a:r>
              <a:rPr dirty="0" spc="-35"/>
              <a:t> </a:t>
            </a:r>
            <a:r>
              <a:rPr dirty="0"/>
              <a:t>receives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uses</a:t>
            </a:r>
            <a:r>
              <a:rPr dirty="0" spc="-20"/>
              <a:t> </a:t>
            </a:r>
            <a:r>
              <a:rPr dirty="0"/>
              <a:t>those</a:t>
            </a:r>
            <a:r>
              <a:rPr dirty="0" spc="-25"/>
              <a:t> </a:t>
            </a:r>
            <a:r>
              <a:rPr dirty="0" spc="-10"/>
              <a:t>inputs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00"/>
              </a:spcBef>
            </a:pPr>
          </a:p>
          <a:p>
            <a:pPr marL="421005">
              <a:lnSpc>
                <a:spcPct val="100000"/>
              </a:lnSpc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child</a:t>
            </a:r>
            <a:r>
              <a:rPr dirty="0" spc="-15"/>
              <a:t> </a:t>
            </a:r>
            <a:r>
              <a:rPr dirty="0"/>
              <a:t>widget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fully</a:t>
            </a:r>
            <a:r>
              <a:rPr dirty="0" spc="-30"/>
              <a:t> </a:t>
            </a:r>
            <a:r>
              <a:rPr dirty="0"/>
              <a:t>dependent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parent’s</a:t>
            </a:r>
            <a:r>
              <a:rPr dirty="0" spc="-45"/>
              <a:t> </a:t>
            </a:r>
            <a:r>
              <a:rPr dirty="0"/>
              <a:t>input</a:t>
            </a:r>
            <a:r>
              <a:rPr dirty="0" spc="-40"/>
              <a:t> </a:t>
            </a:r>
            <a:r>
              <a:rPr dirty="0"/>
              <a:t>at</a:t>
            </a:r>
            <a:r>
              <a:rPr dirty="0" spc="-10"/>
              <a:t> creation.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14"/>
            <a:ext cx="6297295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ctr" marR="22860">
              <a:lnSpc>
                <a:spcPct val="100000"/>
              </a:lnSpc>
              <a:spcBef>
                <a:spcPts val="100"/>
              </a:spcBef>
            </a:pPr>
            <a:r>
              <a:rPr dirty="0" spc="160">
                <a:solidFill>
                  <a:srgbClr val="FFFFFF"/>
                </a:solidFill>
              </a:rPr>
              <a:t>STATELESS</a:t>
            </a:r>
            <a:r>
              <a:rPr dirty="0" spc="345">
                <a:solidFill>
                  <a:srgbClr val="FFFFFF"/>
                </a:solidFill>
              </a:rPr>
              <a:t> </a:t>
            </a:r>
            <a:r>
              <a:rPr dirty="0" spc="270">
                <a:solidFill>
                  <a:srgbClr val="FFFFFF"/>
                </a:solidFill>
              </a:rPr>
              <a:t>WIDGETS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041" y="1385684"/>
            <a:ext cx="8783320" cy="45821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600" y="1016888"/>
            <a:ext cx="3802379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2000" spc="-25">
                <a:latin typeface="Times New Roman"/>
                <a:cs typeface="Times New Roman"/>
              </a:rPr>
              <a:t>1.</a:t>
            </a:r>
            <a:r>
              <a:rPr dirty="0" sz="2000">
                <a:latin typeface="Times New Roman"/>
                <a:cs typeface="Times New Roman"/>
              </a:rPr>
              <a:t>	MyApp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StatelessWidget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6600" y="1322298"/>
            <a:ext cx="6003925" cy="3226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 startAt="2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build()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returns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MaterialApp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UI 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fixed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Times New Roman"/>
              <a:buAutoNum type="arabicPeriod" startAt="2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What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10" b="1">
                <a:latin typeface="Times New Roman"/>
                <a:cs typeface="Times New Roman"/>
              </a:rPr>
              <a:t> MaterialApp?</a:t>
            </a:r>
            <a:endParaRPr sz="2000">
              <a:latin typeface="Times New Roman"/>
              <a:cs typeface="Times New Roman"/>
            </a:endParaRPr>
          </a:p>
          <a:p>
            <a:pPr lvl="1" marL="8128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812800" algn="l"/>
              </a:tabLst>
            </a:pPr>
            <a:r>
              <a:rPr dirty="0" sz="2000">
                <a:latin typeface="Times New Roman"/>
                <a:cs typeface="Times New Roman"/>
              </a:rPr>
              <a:t>MaterialApp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convenience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“A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wraps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commonly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applications.”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62" y="109791"/>
            <a:ext cx="6328156" cy="67062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11836" y="4715255"/>
            <a:ext cx="4235450" cy="1779270"/>
            <a:chOff x="211836" y="4715255"/>
            <a:chExt cx="4235450" cy="1779270"/>
          </a:xfrm>
        </p:grpSpPr>
        <p:sp>
          <p:nvSpPr>
            <p:cNvPr id="6" name="object 6"/>
            <p:cNvSpPr/>
            <p:nvPr/>
          </p:nvSpPr>
          <p:spPr>
            <a:xfrm>
              <a:off x="257962" y="4740084"/>
              <a:ext cx="4189095" cy="1754505"/>
            </a:xfrm>
            <a:custGeom>
              <a:avLst/>
              <a:gdLst/>
              <a:ahLst/>
              <a:cxnLst/>
              <a:rect l="l" t="t" r="r" b="b"/>
              <a:pathLst>
                <a:path w="4189095" h="1754504">
                  <a:moveTo>
                    <a:pt x="4188967" y="0"/>
                  </a:moveTo>
                  <a:lnTo>
                    <a:pt x="0" y="0"/>
                  </a:lnTo>
                  <a:lnTo>
                    <a:pt x="0" y="1754377"/>
                  </a:lnTo>
                  <a:lnTo>
                    <a:pt x="4188967" y="1754377"/>
                  </a:lnTo>
                  <a:lnTo>
                    <a:pt x="4188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836" y="4715255"/>
              <a:ext cx="589026" cy="48082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7962" y="4740084"/>
            <a:ext cx="4189095" cy="17545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25">
                <a:latin typeface="Times New Roman"/>
                <a:cs typeface="Times New Roman"/>
              </a:rPr>
              <a:t> to: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Set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title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Apply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global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theme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Define navigation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structure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Set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home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widget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2115" y="2730960"/>
            <a:ext cx="5380355" cy="23114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Role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BuildContext: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Gives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structure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child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inherit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theme,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styles,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Helps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20">
                <a:latin typeface="Times New Roman"/>
                <a:cs typeface="Times New Roman"/>
              </a:rPr>
              <a:t>tree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14"/>
            <a:ext cx="6297295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ctr" marR="19685">
              <a:lnSpc>
                <a:spcPct val="100000"/>
              </a:lnSpc>
              <a:spcBef>
                <a:spcPts val="100"/>
              </a:spcBef>
            </a:pPr>
            <a:r>
              <a:rPr dirty="0" spc="114">
                <a:solidFill>
                  <a:srgbClr val="FFFFFF"/>
                </a:solidFill>
              </a:rPr>
              <a:t>STATEFUL</a:t>
            </a:r>
            <a:r>
              <a:rPr dirty="0" spc="60">
                <a:solidFill>
                  <a:srgbClr val="FFFFFF"/>
                </a:solidFill>
              </a:rPr>
              <a:t> </a:t>
            </a:r>
            <a:r>
              <a:rPr dirty="0" spc="270">
                <a:solidFill>
                  <a:srgbClr val="FFFFFF"/>
                </a:solidFill>
              </a:rPr>
              <a:t>WIDGETS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5843" y="4553711"/>
            <a:ext cx="11014710" cy="2023110"/>
            <a:chOff x="275843" y="4553711"/>
            <a:chExt cx="11014710" cy="2023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843" y="4553711"/>
              <a:ext cx="11014710" cy="2023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6506" y="4624743"/>
              <a:ext cx="10876915" cy="1884045"/>
            </a:xfrm>
            <a:custGeom>
              <a:avLst/>
              <a:gdLst/>
              <a:ahLst/>
              <a:cxnLst/>
              <a:rect l="l" t="t" r="r" b="b"/>
              <a:pathLst>
                <a:path w="10876915" h="1884045">
                  <a:moveTo>
                    <a:pt x="10876534" y="0"/>
                  </a:moveTo>
                  <a:lnTo>
                    <a:pt x="0" y="0"/>
                  </a:lnTo>
                  <a:lnTo>
                    <a:pt x="0" y="1883664"/>
                  </a:lnTo>
                  <a:lnTo>
                    <a:pt x="10876534" y="1883664"/>
                  </a:lnTo>
                  <a:lnTo>
                    <a:pt x="108765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987" y="4689347"/>
              <a:ext cx="654558" cy="5341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46506" y="4624743"/>
            <a:ext cx="10876915" cy="18840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35255" rIns="0" bIns="0" rtlCol="0" vert="horz">
            <a:spAutoFit/>
          </a:bodyPr>
          <a:lstStyle/>
          <a:p>
            <a:pPr marL="504190">
              <a:lnSpc>
                <a:spcPct val="100000"/>
              </a:lnSpc>
              <a:spcBef>
                <a:spcPts val="1065"/>
              </a:spcBef>
            </a:pPr>
            <a:r>
              <a:rPr dirty="0" sz="2000">
                <a:latin typeface="Times New Roman"/>
                <a:cs typeface="Times New Roman"/>
              </a:rPr>
              <a:t>Unlike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stateless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stateful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lifetime.</a:t>
            </a:r>
            <a:endParaRPr sz="2000">
              <a:latin typeface="Times New Roman"/>
              <a:cs typeface="Times New Roman"/>
            </a:endParaRPr>
          </a:p>
          <a:p>
            <a:pPr marL="890905" indent="-342265">
              <a:lnSpc>
                <a:spcPct val="100000"/>
              </a:lnSpc>
              <a:spcBef>
                <a:spcPts val="1205"/>
              </a:spcBef>
              <a:buFont typeface="Wingdings"/>
              <a:buChar char=""/>
              <a:tabLst>
                <a:tab pos="890905" algn="l"/>
              </a:tabLst>
            </a:pP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still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receive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immutable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parents.</a:t>
            </a:r>
            <a:endParaRPr sz="2000">
              <a:latin typeface="Times New Roman"/>
              <a:cs typeface="Times New Roman"/>
            </a:endParaRPr>
          </a:p>
          <a:p>
            <a:pPr marL="89090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90905" algn="l"/>
              </a:tabLst>
            </a:pP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own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companion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class.</a:t>
            </a:r>
            <a:endParaRPr sz="2000">
              <a:latin typeface="Times New Roman"/>
              <a:cs typeface="Times New Roman"/>
            </a:endParaRPr>
          </a:p>
          <a:p>
            <a:pPr marL="89090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890905" algn="l"/>
              </a:tabLst>
            </a:pP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→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rebuilds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tree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(UI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refresh).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1452" y="928624"/>
            <a:ext cx="4727956" cy="3518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14"/>
            <a:ext cx="7057390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568325">
              <a:lnSpc>
                <a:spcPct val="100000"/>
              </a:lnSpc>
              <a:spcBef>
                <a:spcPts val="100"/>
              </a:spcBef>
            </a:pPr>
            <a:r>
              <a:rPr dirty="0" spc="355">
                <a:solidFill>
                  <a:srgbClr val="FFFFFF"/>
                </a:solidFill>
              </a:rPr>
              <a:t>ANATOMY</a:t>
            </a:r>
            <a:r>
              <a:rPr dirty="0" spc="350">
                <a:solidFill>
                  <a:srgbClr val="FFFFFF"/>
                </a:solidFill>
              </a:rPr>
              <a:t> </a:t>
            </a:r>
            <a:r>
              <a:rPr dirty="0" spc="200">
                <a:solidFill>
                  <a:srgbClr val="FFFFFF"/>
                </a:solidFill>
              </a:rPr>
              <a:t>OF</a:t>
            </a:r>
            <a:r>
              <a:rPr dirty="0" spc="360">
                <a:solidFill>
                  <a:srgbClr val="FFFFFF"/>
                </a:solidFill>
              </a:rPr>
              <a:t> </a:t>
            </a:r>
            <a:r>
              <a:rPr dirty="0" spc="175">
                <a:solidFill>
                  <a:srgbClr val="FFFFFF"/>
                </a:solidFill>
              </a:rPr>
              <a:t>A</a:t>
            </a:r>
            <a:r>
              <a:rPr dirty="0" spc="345">
                <a:solidFill>
                  <a:srgbClr val="FFFFFF"/>
                </a:solidFill>
              </a:rPr>
              <a:t> </a:t>
            </a:r>
            <a:r>
              <a:rPr dirty="0" spc="180">
                <a:solidFill>
                  <a:srgbClr val="FFFFFF"/>
                </a:solidFill>
              </a:rPr>
              <a:t>STATEFUL</a:t>
            </a:r>
            <a:r>
              <a:rPr dirty="0" spc="340">
                <a:solidFill>
                  <a:srgbClr val="FFFFFF"/>
                </a:solidFill>
              </a:rPr>
              <a:t> </a:t>
            </a:r>
            <a:r>
              <a:rPr dirty="0" spc="290">
                <a:solidFill>
                  <a:srgbClr val="FFFFFF"/>
                </a:solidFill>
              </a:rPr>
              <a:t>WIDGET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72" y="1085088"/>
            <a:ext cx="7030466" cy="274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6600" y="4011015"/>
            <a:ext cx="5739765" cy="1397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MyHomePage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extends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StatefulWidget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override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createState()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10">
                <a:latin typeface="Times New Roman"/>
                <a:cs typeface="Times New Roman"/>
              </a:rPr>
              <a:t> class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title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final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passed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962" y="194614"/>
            <a:ext cx="7057390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ctr" marL="7874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dirty="0" spc="4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state</a:t>
            </a:r>
            <a:r>
              <a:rPr dirty="0" spc="4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class</a:t>
            </a:r>
            <a:r>
              <a:rPr dirty="0" spc="4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425">
                <a:solidFill>
                  <a:srgbClr val="FFFFFF"/>
                </a:solidFill>
              </a:rPr>
              <a:t> </a:t>
            </a:r>
            <a:r>
              <a:rPr dirty="0" spc="80">
                <a:solidFill>
                  <a:srgbClr val="FFFFFF"/>
                </a:solidFill>
              </a:rPr>
              <a:t>MyHomePage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00" y="4011015"/>
            <a:ext cx="6160135" cy="1397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Holds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variable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_counter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setState()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_counter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triggers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UI </a:t>
            </a:r>
            <a:r>
              <a:rPr dirty="0" sz="2000" spc="-10">
                <a:latin typeface="Times New Roman"/>
                <a:cs typeface="Times New Roman"/>
              </a:rPr>
              <a:t>rebuild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State&lt;MyHomePage&gt;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MyHomePage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62" y="1146936"/>
            <a:ext cx="6171692" cy="26197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78395" y="1044308"/>
            <a:ext cx="4716780" cy="5029835"/>
            <a:chOff x="6978395" y="1044308"/>
            <a:chExt cx="4716780" cy="5029835"/>
          </a:xfrm>
        </p:grpSpPr>
        <p:sp>
          <p:nvSpPr>
            <p:cNvPr id="6" name="object 6"/>
            <p:cNvSpPr/>
            <p:nvPr/>
          </p:nvSpPr>
          <p:spPr>
            <a:xfrm>
              <a:off x="7024496" y="1044308"/>
              <a:ext cx="4670425" cy="5029835"/>
            </a:xfrm>
            <a:custGeom>
              <a:avLst/>
              <a:gdLst/>
              <a:ahLst/>
              <a:cxnLst/>
              <a:rect l="l" t="t" r="r" b="b"/>
              <a:pathLst>
                <a:path w="4670425" h="5029835">
                  <a:moveTo>
                    <a:pt x="4670171" y="0"/>
                  </a:moveTo>
                  <a:lnTo>
                    <a:pt x="0" y="0"/>
                  </a:lnTo>
                  <a:lnTo>
                    <a:pt x="0" y="5029327"/>
                  </a:lnTo>
                  <a:lnTo>
                    <a:pt x="4670171" y="5029327"/>
                  </a:lnTo>
                  <a:lnTo>
                    <a:pt x="4670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8395" y="1107947"/>
              <a:ext cx="589026" cy="48082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024496" y="1044308"/>
            <a:ext cx="4670425" cy="50298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6364" rIns="0" bIns="0" rtlCol="0" vert="horz">
            <a:spAutoFit/>
          </a:bodyPr>
          <a:lstStyle/>
          <a:p>
            <a:pPr marL="459740">
              <a:lnSpc>
                <a:spcPct val="100000"/>
              </a:lnSpc>
              <a:spcBef>
                <a:spcPts val="994"/>
              </a:spcBef>
            </a:pPr>
            <a:r>
              <a:rPr dirty="0" sz="1800">
                <a:latin typeface="Times New Roman"/>
                <a:cs typeface="Times New Roman"/>
              </a:rPr>
              <a:t>Why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Flutter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setState():</a:t>
            </a:r>
            <a:endParaRPr sz="1800">
              <a:latin typeface="Times New Roman"/>
              <a:cs typeface="Times New Roman"/>
            </a:endParaRPr>
          </a:p>
          <a:p>
            <a:pPr marL="836294" marR="526415" indent="-287020">
              <a:lnSpc>
                <a:spcPct val="150000"/>
              </a:lnSpc>
              <a:buFont typeface="Wingdings"/>
              <a:buChar char=""/>
              <a:tabLst>
                <a:tab pos="836294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stateful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widget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must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update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UI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changes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(e.g.,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counter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increasing).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Wingdings"/>
              <a:buChar char=""/>
            </a:pP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Flutter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know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something </a:t>
            </a:r>
            <a:r>
              <a:rPr dirty="0" sz="1800" spc="-10">
                <a:latin typeface="Times New Roman"/>
                <a:cs typeface="Times New Roman"/>
              </a:rPr>
              <a:t>changed?</a:t>
            </a:r>
            <a:endParaRPr sz="1800">
              <a:latin typeface="Times New Roman"/>
              <a:cs typeface="Times New Roman"/>
            </a:endParaRPr>
          </a:p>
          <a:p>
            <a:pPr marL="836294" marR="285115" indent="-287020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836294" algn="l"/>
              </a:tabLst>
            </a:pPr>
            <a:r>
              <a:rPr dirty="0" sz="1800">
                <a:latin typeface="Times New Roman"/>
                <a:cs typeface="Times New Roman"/>
              </a:rPr>
              <a:t>Notifies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framework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something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changed</a:t>
            </a:r>
            <a:endParaRPr sz="1800">
              <a:latin typeface="Times New Roman"/>
              <a:cs typeface="Times New Roman"/>
            </a:endParaRPr>
          </a:p>
          <a:p>
            <a:pPr marL="836294" marR="283845" indent="-287020">
              <a:lnSpc>
                <a:spcPts val="3240"/>
              </a:lnSpc>
              <a:spcBef>
                <a:spcPts val="290"/>
              </a:spcBef>
              <a:buFont typeface="Wingdings"/>
              <a:buChar char=""/>
              <a:tabLst>
                <a:tab pos="836294" algn="l"/>
              </a:tabLst>
            </a:pPr>
            <a:r>
              <a:rPr dirty="0" sz="1800">
                <a:latin typeface="Times New Roman"/>
                <a:cs typeface="Times New Roman"/>
              </a:rPr>
              <a:t>Rebuilds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widget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new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state value</a:t>
            </a:r>
            <a:endParaRPr sz="1800">
              <a:latin typeface="Times New Roman"/>
              <a:cs typeface="Times New Roman"/>
            </a:endParaRPr>
          </a:p>
          <a:p>
            <a:pPr marL="836294" marR="236854" indent="-287020">
              <a:lnSpc>
                <a:spcPts val="3240"/>
              </a:lnSpc>
              <a:buFont typeface="Wingdings"/>
              <a:buChar char=""/>
              <a:tabLst>
                <a:tab pos="836294" algn="l"/>
              </a:tabLst>
            </a:pPr>
            <a:r>
              <a:rPr dirty="0" sz="1800">
                <a:latin typeface="Times New Roman"/>
                <a:cs typeface="Times New Roman"/>
              </a:rPr>
              <a:t>Does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affect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unrelated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widgets,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only </a:t>
            </a:r>
            <a:r>
              <a:rPr dirty="0" sz="1800">
                <a:latin typeface="Times New Roman"/>
                <a:cs typeface="Times New Roman"/>
              </a:rPr>
              <a:t>redraws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what’s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necessary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7781" y="148767"/>
            <a:ext cx="4486910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</a:rPr>
              <a:t>Building</a:t>
            </a:r>
            <a:r>
              <a:rPr dirty="0" spc="40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the</a:t>
            </a:r>
            <a:r>
              <a:rPr dirty="0" spc="430">
                <a:solidFill>
                  <a:srgbClr val="FFFFFF"/>
                </a:solidFill>
              </a:rPr>
              <a:t> </a:t>
            </a:r>
            <a:r>
              <a:rPr dirty="0" spc="120">
                <a:solidFill>
                  <a:srgbClr val="FFFFFF"/>
                </a:solidFill>
              </a:rPr>
              <a:t>UI</a:t>
            </a:r>
            <a:r>
              <a:rPr dirty="0" spc="4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with</a:t>
            </a:r>
            <a:r>
              <a:rPr dirty="0" spc="4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State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781" y="818121"/>
            <a:ext cx="7690611" cy="581367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7781" y="148767"/>
            <a:ext cx="6594475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algn="ctr" marR="26670">
              <a:lnSpc>
                <a:spcPct val="100000"/>
              </a:lnSpc>
              <a:spcBef>
                <a:spcPts val="95"/>
              </a:spcBef>
            </a:pPr>
            <a:r>
              <a:rPr dirty="0" spc="80">
                <a:solidFill>
                  <a:srgbClr val="FFFFFF"/>
                </a:solidFill>
              </a:rPr>
              <a:t>Breakdown</a:t>
            </a:r>
            <a:r>
              <a:rPr dirty="0" spc="29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dirty="0" spc="3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Scaffold </a:t>
            </a:r>
            <a:r>
              <a:rPr dirty="0" spc="100">
                <a:solidFill>
                  <a:srgbClr val="FFFFFF"/>
                </a:solidFill>
              </a:rPr>
              <a:t>Widgets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487" y="682751"/>
            <a:ext cx="654557" cy="5341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6712" y="588111"/>
            <a:ext cx="7914005" cy="59702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2545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build()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stateful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widgets: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same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stateless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widgets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react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state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counter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app: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Scaffold,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holds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 key</a:t>
            </a:r>
            <a:r>
              <a:rPr dirty="0" sz="2000" spc="-10">
                <a:latin typeface="Times New Roman"/>
                <a:cs typeface="Times New Roman"/>
              </a:rPr>
              <a:t> widgets: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appBar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Displays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title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passed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MyHomePage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(widget.title)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body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Centered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layout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Column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Holds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—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fixed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showing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$_counter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floatingActionButton</a:t>
            </a:r>
            <a:r>
              <a:rPr dirty="0"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Positioned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bottom</a:t>
            </a:r>
            <a:r>
              <a:rPr dirty="0" sz="2000" spc="-20">
                <a:latin typeface="Times New Roman"/>
                <a:cs typeface="Times New Roman"/>
              </a:rPr>
              <a:t> right</a:t>
            </a:r>
            <a:endParaRPr sz="2000">
              <a:latin typeface="Times New Roman"/>
              <a:cs typeface="Times New Roman"/>
            </a:endParaRPr>
          </a:p>
          <a:p>
            <a:pPr lvl="1" marL="126936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269365" algn="l"/>
              </a:tabLst>
            </a:pPr>
            <a:r>
              <a:rPr dirty="0" sz="2000">
                <a:latin typeface="Times New Roman"/>
                <a:cs typeface="Times New Roman"/>
              </a:rPr>
              <a:t>Triggers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_incrementCounter()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press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7781" y="148767"/>
            <a:ext cx="5882640" cy="469900"/>
          </a:xfrm>
          <a:prstGeom prst="rect"/>
          <a:solidFill>
            <a:srgbClr val="6F2F9F"/>
          </a:solidFill>
          <a:ln w="31750">
            <a:solidFill>
              <a:srgbClr val="40404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algn="ctr" marR="26034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dirty="0" spc="4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Full</a:t>
            </a:r>
            <a:r>
              <a:rPr dirty="0" spc="4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State</a:t>
            </a:r>
            <a:r>
              <a:rPr dirty="0" spc="4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Update</a:t>
            </a:r>
            <a:r>
              <a:rPr dirty="0" spc="440">
                <a:solidFill>
                  <a:srgbClr val="FFFFFF"/>
                </a:solidFill>
              </a:rPr>
              <a:t> </a:t>
            </a:r>
            <a:r>
              <a:rPr dirty="0" spc="35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712" y="588111"/>
            <a:ext cx="5781040" cy="3226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What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happens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"+"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button::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b="1">
                <a:latin typeface="Times New Roman"/>
                <a:cs typeface="Times New Roman"/>
              </a:rPr>
              <a:t>MyHomePage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layout.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taps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button.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b="1">
                <a:latin typeface="Times New Roman"/>
                <a:cs typeface="Times New Roman"/>
              </a:rPr>
              <a:t>onPressed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triggers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_incrementCounter().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b="1">
                <a:latin typeface="Times New Roman"/>
                <a:cs typeface="Times New Roman"/>
              </a:rPr>
              <a:t>_incrementCounter()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calls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setState().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 b="1">
                <a:latin typeface="Times New Roman"/>
                <a:cs typeface="Times New Roman"/>
              </a:rPr>
              <a:t>setState()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_counter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8121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dirty="0" sz="2000">
                <a:latin typeface="Times New Roman"/>
                <a:cs typeface="Times New Roman"/>
              </a:rPr>
              <a:t>Flutter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calls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build()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again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1668" y="3843528"/>
            <a:ext cx="8563610" cy="2824480"/>
            <a:chOff x="391668" y="3843528"/>
            <a:chExt cx="8563610" cy="28244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68" y="3843528"/>
              <a:ext cx="8563356" cy="28239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7781" y="3989654"/>
              <a:ext cx="8275955" cy="2536825"/>
            </a:xfrm>
            <a:custGeom>
              <a:avLst/>
              <a:gdLst/>
              <a:ahLst/>
              <a:cxnLst/>
              <a:rect l="l" t="t" r="r" b="b"/>
              <a:pathLst>
                <a:path w="8275955" h="2536825">
                  <a:moveTo>
                    <a:pt x="8275701" y="0"/>
                  </a:moveTo>
                  <a:lnTo>
                    <a:pt x="0" y="0"/>
                  </a:lnTo>
                  <a:lnTo>
                    <a:pt x="0" y="2536317"/>
                  </a:lnTo>
                  <a:lnTo>
                    <a:pt x="8275701" y="2536317"/>
                  </a:lnTo>
                  <a:lnTo>
                    <a:pt x="8275701" y="0"/>
                  </a:lnTo>
                  <a:close/>
                </a:path>
              </a:pathLst>
            </a:custGeom>
            <a:solidFill>
              <a:srgbClr val="E8E2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728" y="4052316"/>
              <a:ext cx="589026" cy="48082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7781" y="3989654"/>
            <a:ext cx="8275955" cy="25368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519430">
              <a:lnSpc>
                <a:spcPct val="100000"/>
              </a:lnSpc>
              <a:spcBef>
                <a:spcPts val="1000"/>
              </a:spcBef>
            </a:pPr>
            <a:r>
              <a:rPr dirty="0" sz="1800" b="1">
                <a:latin typeface="Times New Roman"/>
                <a:cs typeface="Times New Roman"/>
              </a:rPr>
              <a:t>Why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This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Flow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Matters: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key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Flutter’s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 is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rebuilding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widgets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efficiently.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You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don’t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mutate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UI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—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rebuild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  <a:p>
            <a:pPr marL="83502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setState()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link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between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UI.</a:t>
            </a:r>
            <a:endParaRPr sz="1800">
              <a:latin typeface="Times New Roman"/>
              <a:cs typeface="Times New Roman"/>
            </a:endParaRPr>
          </a:p>
          <a:p>
            <a:pPr marL="835025" marR="640715" indent="-287020">
              <a:lnSpc>
                <a:spcPts val="3240"/>
              </a:lnSpc>
              <a:spcBef>
                <a:spcPts val="285"/>
              </a:spcBef>
              <a:buFont typeface="Wingdings"/>
              <a:buChar char=""/>
              <a:tabLst>
                <a:tab pos="835025" algn="l"/>
              </a:tabLst>
            </a:pPr>
            <a:r>
              <a:rPr dirty="0" sz="1800">
                <a:latin typeface="Times New Roman"/>
                <a:cs typeface="Times New Roman"/>
              </a:rPr>
              <a:t>Once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flow,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you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how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interactive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apps</a:t>
            </a:r>
            <a:r>
              <a:rPr dirty="0" sz="1800" spc="-25">
                <a:latin typeface="Times New Roman"/>
                <a:cs typeface="Times New Roman"/>
              </a:rPr>
              <a:t> in </a:t>
            </a:r>
            <a:r>
              <a:rPr dirty="0" sz="1800">
                <a:latin typeface="Times New Roman"/>
                <a:cs typeface="Times New Roman"/>
              </a:rPr>
              <a:t>Flutter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work.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5184" y="1597152"/>
            <a:ext cx="654558" cy="5341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6712" y="588111"/>
            <a:ext cx="10436225" cy="3683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Times New Roman"/>
              <a:buAutoNum type="arabicPeriod"/>
              <a:tabLst>
                <a:tab pos="469265" algn="l"/>
              </a:tabLst>
            </a:pPr>
            <a:r>
              <a:rPr dirty="0" sz="2000">
                <a:latin typeface="Times New Roman"/>
                <a:cs typeface="Times New Roman"/>
              </a:rPr>
              <a:t>List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down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think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you’ll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need.</a:t>
            </a:r>
            <a:endParaRPr sz="20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example: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MaterialApp,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Scaffold,</a:t>
            </a:r>
            <a:r>
              <a:rPr dirty="0" sz="2000" spc="-1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AppBar,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Text,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Column,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FloatingActionButton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  <a:tab pos="6375400" algn="l"/>
              </a:tabLst>
            </a:pP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website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you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pick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correct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widgets: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u="sng" sz="2000" spc="-1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  <a:hlinkClick r:id="rId3"/>
              </a:rPr>
              <a:t>https://docs.flutter.dev/ui/widgets</a:t>
            </a:r>
            <a:endParaRPr sz="2000">
              <a:latin typeface="Times New Roman"/>
              <a:cs typeface="Times New Roman"/>
            </a:endParaRPr>
          </a:p>
          <a:p>
            <a:pPr lvl="1" marL="927100" marR="5080" indent="-457200">
              <a:lnSpc>
                <a:spcPct val="150000"/>
              </a:lnSpc>
              <a:buFont typeface="Wingdings"/>
              <a:buChar char=""/>
              <a:tabLst>
                <a:tab pos="927100" algn="l"/>
              </a:tabLst>
            </a:pPr>
            <a:r>
              <a:rPr dirty="0" sz="2000">
                <a:latin typeface="Times New Roman"/>
                <a:cs typeface="Times New Roman"/>
              </a:rPr>
              <a:t>“This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official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Catalog.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check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available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they do.”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dirty="0" sz="2000">
                <a:latin typeface="Times New Roman"/>
                <a:cs typeface="Times New Roman"/>
              </a:rPr>
              <a:t>Draw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Widget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Tree.</a:t>
            </a:r>
            <a:endParaRPr sz="20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000">
                <a:latin typeface="Times New Roman"/>
                <a:cs typeface="Times New Roman"/>
              </a:rPr>
              <a:t>Show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widget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inside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another.</a:t>
            </a:r>
            <a:endParaRPr sz="2000">
              <a:latin typeface="Times New Roman"/>
              <a:cs typeface="Times New Roman"/>
            </a:endParaRPr>
          </a:p>
          <a:p>
            <a:pPr lvl="1" marL="9264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6465" algn="l"/>
              </a:tabLst>
            </a:pP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arrows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connect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structure.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5171" y="507365"/>
            <a:ext cx="2910205" cy="670560"/>
            <a:chOff x="1495171" y="507365"/>
            <a:chExt cx="2910205" cy="670560"/>
          </a:xfrm>
        </p:grpSpPr>
        <p:sp>
          <p:nvSpPr>
            <p:cNvPr id="3" name="object 3"/>
            <p:cNvSpPr/>
            <p:nvPr/>
          </p:nvSpPr>
          <p:spPr>
            <a:xfrm>
              <a:off x="1501521" y="513715"/>
              <a:ext cx="2897505" cy="657860"/>
            </a:xfrm>
            <a:custGeom>
              <a:avLst/>
              <a:gdLst/>
              <a:ahLst/>
              <a:cxnLst/>
              <a:rect l="l" t="t" r="r" b="b"/>
              <a:pathLst>
                <a:path w="2897504" h="657860">
                  <a:moveTo>
                    <a:pt x="2787650" y="0"/>
                  </a:moveTo>
                  <a:lnTo>
                    <a:pt x="109600" y="0"/>
                  </a:lnTo>
                  <a:lnTo>
                    <a:pt x="66972" y="8624"/>
                  </a:lnTo>
                  <a:lnTo>
                    <a:pt x="32131" y="32131"/>
                  </a:lnTo>
                  <a:lnTo>
                    <a:pt x="8624" y="66972"/>
                  </a:lnTo>
                  <a:lnTo>
                    <a:pt x="0" y="109600"/>
                  </a:lnTo>
                  <a:lnTo>
                    <a:pt x="0" y="548132"/>
                  </a:lnTo>
                  <a:lnTo>
                    <a:pt x="8624" y="590813"/>
                  </a:lnTo>
                  <a:lnTo>
                    <a:pt x="32131" y="625649"/>
                  </a:lnTo>
                  <a:lnTo>
                    <a:pt x="66972" y="649126"/>
                  </a:lnTo>
                  <a:lnTo>
                    <a:pt x="109600" y="657733"/>
                  </a:lnTo>
                  <a:lnTo>
                    <a:pt x="2787650" y="657733"/>
                  </a:lnTo>
                  <a:lnTo>
                    <a:pt x="2830278" y="649126"/>
                  </a:lnTo>
                  <a:lnTo>
                    <a:pt x="2865120" y="625649"/>
                  </a:lnTo>
                  <a:lnTo>
                    <a:pt x="2888626" y="590813"/>
                  </a:lnTo>
                  <a:lnTo>
                    <a:pt x="2897251" y="548132"/>
                  </a:lnTo>
                  <a:lnTo>
                    <a:pt x="2897251" y="109600"/>
                  </a:lnTo>
                  <a:lnTo>
                    <a:pt x="2888626" y="66972"/>
                  </a:lnTo>
                  <a:lnTo>
                    <a:pt x="2865120" y="32130"/>
                  </a:lnTo>
                  <a:lnTo>
                    <a:pt x="2830278" y="8624"/>
                  </a:lnTo>
                  <a:lnTo>
                    <a:pt x="2787650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01521" y="513715"/>
              <a:ext cx="2897505" cy="657860"/>
            </a:xfrm>
            <a:custGeom>
              <a:avLst/>
              <a:gdLst/>
              <a:ahLst/>
              <a:cxnLst/>
              <a:rect l="l" t="t" r="r" b="b"/>
              <a:pathLst>
                <a:path w="2897504" h="657860">
                  <a:moveTo>
                    <a:pt x="0" y="109600"/>
                  </a:moveTo>
                  <a:lnTo>
                    <a:pt x="8624" y="66972"/>
                  </a:lnTo>
                  <a:lnTo>
                    <a:pt x="32131" y="32131"/>
                  </a:lnTo>
                  <a:lnTo>
                    <a:pt x="66972" y="8624"/>
                  </a:lnTo>
                  <a:lnTo>
                    <a:pt x="109600" y="0"/>
                  </a:lnTo>
                  <a:lnTo>
                    <a:pt x="2787650" y="0"/>
                  </a:lnTo>
                  <a:lnTo>
                    <a:pt x="2830278" y="8624"/>
                  </a:lnTo>
                  <a:lnTo>
                    <a:pt x="2865120" y="32130"/>
                  </a:lnTo>
                  <a:lnTo>
                    <a:pt x="2888626" y="66972"/>
                  </a:lnTo>
                  <a:lnTo>
                    <a:pt x="2897251" y="109600"/>
                  </a:lnTo>
                  <a:lnTo>
                    <a:pt x="2897251" y="548132"/>
                  </a:lnTo>
                  <a:lnTo>
                    <a:pt x="2888626" y="590813"/>
                  </a:lnTo>
                  <a:lnTo>
                    <a:pt x="2865120" y="625649"/>
                  </a:lnTo>
                  <a:lnTo>
                    <a:pt x="2830278" y="649126"/>
                  </a:lnTo>
                  <a:lnTo>
                    <a:pt x="2787650" y="657733"/>
                  </a:lnTo>
                  <a:lnTo>
                    <a:pt x="109600" y="657733"/>
                  </a:lnTo>
                  <a:lnTo>
                    <a:pt x="66972" y="649126"/>
                  </a:lnTo>
                  <a:lnTo>
                    <a:pt x="32131" y="625649"/>
                  </a:lnTo>
                  <a:lnTo>
                    <a:pt x="8624" y="590813"/>
                  </a:lnTo>
                  <a:lnTo>
                    <a:pt x="0" y="54813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2677541" y="1444244"/>
            <a:ext cx="2910205" cy="586105"/>
            <a:chOff x="2677541" y="1444244"/>
            <a:chExt cx="2910205" cy="586105"/>
          </a:xfrm>
        </p:grpSpPr>
        <p:sp>
          <p:nvSpPr>
            <p:cNvPr id="6" name="object 6"/>
            <p:cNvSpPr/>
            <p:nvPr/>
          </p:nvSpPr>
          <p:spPr>
            <a:xfrm>
              <a:off x="2683891" y="1450594"/>
              <a:ext cx="2897505" cy="573405"/>
            </a:xfrm>
            <a:custGeom>
              <a:avLst/>
              <a:gdLst/>
              <a:ahLst/>
              <a:cxnLst/>
              <a:rect l="l" t="t" r="r" b="b"/>
              <a:pathLst>
                <a:path w="2897504" h="573405">
                  <a:moveTo>
                    <a:pt x="2801620" y="0"/>
                  </a:moveTo>
                  <a:lnTo>
                    <a:pt x="95503" y="0"/>
                  </a:lnTo>
                  <a:lnTo>
                    <a:pt x="58292" y="7510"/>
                  </a:lnTo>
                  <a:lnTo>
                    <a:pt x="27939" y="27987"/>
                  </a:lnTo>
                  <a:lnTo>
                    <a:pt x="7493" y="58346"/>
                  </a:lnTo>
                  <a:lnTo>
                    <a:pt x="0" y="95503"/>
                  </a:lnTo>
                  <a:lnTo>
                    <a:pt x="0" y="477646"/>
                  </a:lnTo>
                  <a:lnTo>
                    <a:pt x="7493" y="514804"/>
                  </a:lnTo>
                  <a:lnTo>
                    <a:pt x="27939" y="545163"/>
                  </a:lnTo>
                  <a:lnTo>
                    <a:pt x="58292" y="565640"/>
                  </a:lnTo>
                  <a:lnTo>
                    <a:pt x="95503" y="573151"/>
                  </a:lnTo>
                  <a:lnTo>
                    <a:pt x="2801620" y="573151"/>
                  </a:lnTo>
                  <a:lnTo>
                    <a:pt x="2838831" y="565640"/>
                  </a:lnTo>
                  <a:lnTo>
                    <a:pt x="2869184" y="545163"/>
                  </a:lnTo>
                  <a:lnTo>
                    <a:pt x="2889631" y="514804"/>
                  </a:lnTo>
                  <a:lnTo>
                    <a:pt x="2897123" y="477646"/>
                  </a:lnTo>
                  <a:lnTo>
                    <a:pt x="2897123" y="95503"/>
                  </a:lnTo>
                  <a:lnTo>
                    <a:pt x="2889631" y="58346"/>
                  </a:lnTo>
                  <a:lnTo>
                    <a:pt x="2869184" y="27987"/>
                  </a:lnTo>
                  <a:lnTo>
                    <a:pt x="2838831" y="751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1E1B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83891" y="1450594"/>
              <a:ext cx="2897505" cy="573405"/>
            </a:xfrm>
            <a:custGeom>
              <a:avLst/>
              <a:gdLst/>
              <a:ahLst/>
              <a:cxnLst/>
              <a:rect l="l" t="t" r="r" b="b"/>
              <a:pathLst>
                <a:path w="2897504" h="573405">
                  <a:moveTo>
                    <a:pt x="0" y="95503"/>
                  </a:moveTo>
                  <a:lnTo>
                    <a:pt x="7493" y="58346"/>
                  </a:lnTo>
                  <a:lnTo>
                    <a:pt x="27939" y="27987"/>
                  </a:lnTo>
                  <a:lnTo>
                    <a:pt x="58292" y="7510"/>
                  </a:lnTo>
                  <a:lnTo>
                    <a:pt x="95503" y="0"/>
                  </a:lnTo>
                  <a:lnTo>
                    <a:pt x="2801620" y="0"/>
                  </a:lnTo>
                  <a:lnTo>
                    <a:pt x="2838831" y="7510"/>
                  </a:lnTo>
                  <a:lnTo>
                    <a:pt x="2869184" y="27987"/>
                  </a:lnTo>
                  <a:lnTo>
                    <a:pt x="2889631" y="58346"/>
                  </a:lnTo>
                  <a:lnTo>
                    <a:pt x="2897123" y="95503"/>
                  </a:lnTo>
                  <a:lnTo>
                    <a:pt x="2897123" y="477646"/>
                  </a:lnTo>
                  <a:lnTo>
                    <a:pt x="2889631" y="514804"/>
                  </a:lnTo>
                  <a:lnTo>
                    <a:pt x="2869184" y="545163"/>
                  </a:lnTo>
                  <a:lnTo>
                    <a:pt x="2838831" y="565640"/>
                  </a:lnTo>
                  <a:lnTo>
                    <a:pt x="2801620" y="573151"/>
                  </a:lnTo>
                  <a:lnTo>
                    <a:pt x="95503" y="573151"/>
                  </a:lnTo>
                  <a:lnTo>
                    <a:pt x="58292" y="565640"/>
                  </a:lnTo>
                  <a:lnTo>
                    <a:pt x="27939" y="545163"/>
                  </a:lnTo>
                  <a:lnTo>
                    <a:pt x="7493" y="514804"/>
                  </a:lnTo>
                  <a:lnTo>
                    <a:pt x="0" y="477646"/>
                  </a:lnTo>
                  <a:lnTo>
                    <a:pt x="0" y="95503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126103" y="2296541"/>
            <a:ext cx="2910205" cy="560070"/>
            <a:chOff x="4126103" y="2296541"/>
            <a:chExt cx="2910205" cy="560070"/>
          </a:xfrm>
        </p:grpSpPr>
        <p:sp>
          <p:nvSpPr>
            <p:cNvPr id="9" name="object 9"/>
            <p:cNvSpPr/>
            <p:nvPr/>
          </p:nvSpPr>
          <p:spPr>
            <a:xfrm>
              <a:off x="4132453" y="2302891"/>
              <a:ext cx="2897505" cy="547370"/>
            </a:xfrm>
            <a:custGeom>
              <a:avLst/>
              <a:gdLst/>
              <a:ahLst/>
              <a:cxnLst/>
              <a:rect l="l" t="t" r="r" b="b"/>
              <a:pathLst>
                <a:path w="2897504" h="547369">
                  <a:moveTo>
                    <a:pt x="2805938" y="0"/>
                  </a:moveTo>
                  <a:lnTo>
                    <a:pt x="91186" y="0"/>
                  </a:lnTo>
                  <a:lnTo>
                    <a:pt x="55721" y="7157"/>
                  </a:lnTo>
                  <a:lnTo>
                    <a:pt x="26733" y="26685"/>
                  </a:lnTo>
                  <a:lnTo>
                    <a:pt x="7175" y="55667"/>
                  </a:lnTo>
                  <a:lnTo>
                    <a:pt x="0" y="91186"/>
                  </a:lnTo>
                  <a:lnTo>
                    <a:pt x="0" y="456184"/>
                  </a:lnTo>
                  <a:lnTo>
                    <a:pt x="7175" y="491702"/>
                  </a:lnTo>
                  <a:lnTo>
                    <a:pt x="26733" y="520684"/>
                  </a:lnTo>
                  <a:lnTo>
                    <a:pt x="55721" y="540212"/>
                  </a:lnTo>
                  <a:lnTo>
                    <a:pt x="91186" y="547370"/>
                  </a:lnTo>
                  <a:lnTo>
                    <a:pt x="2805938" y="547370"/>
                  </a:lnTo>
                  <a:lnTo>
                    <a:pt x="2841476" y="540212"/>
                  </a:lnTo>
                  <a:lnTo>
                    <a:pt x="2870501" y="520684"/>
                  </a:lnTo>
                  <a:lnTo>
                    <a:pt x="2890073" y="491702"/>
                  </a:lnTo>
                  <a:lnTo>
                    <a:pt x="2897251" y="456184"/>
                  </a:lnTo>
                  <a:lnTo>
                    <a:pt x="2897251" y="91186"/>
                  </a:lnTo>
                  <a:lnTo>
                    <a:pt x="2890073" y="55667"/>
                  </a:lnTo>
                  <a:lnTo>
                    <a:pt x="2870501" y="26685"/>
                  </a:lnTo>
                  <a:lnTo>
                    <a:pt x="2841476" y="7157"/>
                  </a:lnTo>
                  <a:lnTo>
                    <a:pt x="280593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32453" y="2302891"/>
              <a:ext cx="2897505" cy="547370"/>
            </a:xfrm>
            <a:custGeom>
              <a:avLst/>
              <a:gdLst/>
              <a:ahLst/>
              <a:cxnLst/>
              <a:rect l="l" t="t" r="r" b="b"/>
              <a:pathLst>
                <a:path w="2897504" h="547369">
                  <a:moveTo>
                    <a:pt x="0" y="91186"/>
                  </a:moveTo>
                  <a:lnTo>
                    <a:pt x="7175" y="55667"/>
                  </a:lnTo>
                  <a:lnTo>
                    <a:pt x="26733" y="26685"/>
                  </a:lnTo>
                  <a:lnTo>
                    <a:pt x="55721" y="7157"/>
                  </a:lnTo>
                  <a:lnTo>
                    <a:pt x="91186" y="0"/>
                  </a:lnTo>
                  <a:lnTo>
                    <a:pt x="2805938" y="0"/>
                  </a:lnTo>
                  <a:lnTo>
                    <a:pt x="2841476" y="7157"/>
                  </a:lnTo>
                  <a:lnTo>
                    <a:pt x="2870501" y="26685"/>
                  </a:lnTo>
                  <a:lnTo>
                    <a:pt x="2890073" y="55667"/>
                  </a:lnTo>
                  <a:lnTo>
                    <a:pt x="2897251" y="91186"/>
                  </a:lnTo>
                  <a:lnTo>
                    <a:pt x="2897251" y="456184"/>
                  </a:lnTo>
                  <a:lnTo>
                    <a:pt x="2890073" y="491702"/>
                  </a:lnTo>
                  <a:lnTo>
                    <a:pt x="2870501" y="520684"/>
                  </a:lnTo>
                  <a:lnTo>
                    <a:pt x="2841476" y="540212"/>
                  </a:lnTo>
                  <a:lnTo>
                    <a:pt x="2805938" y="547370"/>
                  </a:lnTo>
                  <a:lnTo>
                    <a:pt x="91186" y="547370"/>
                  </a:lnTo>
                  <a:lnTo>
                    <a:pt x="55721" y="540212"/>
                  </a:lnTo>
                  <a:lnTo>
                    <a:pt x="26733" y="520684"/>
                  </a:lnTo>
                  <a:lnTo>
                    <a:pt x="7175" y="491702"/>
                  </a:lnTo>
                  <a:lnTo>
                    <a:pt x="0" y="456184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126103" y="3233292"/>
            <a:ext cx="2910205" cy="560705"/>
            <a:chOff x="4126103" y="3233292"/>
            <a:chExt cx="2910205" cy="560705"/>
          </a:xfrm>
        </p:grpSpPr>
        <p:sp>
          <p:nvSpPr>
            <p:cNvPr id="12" name="object 12"/>
            <p:cNvSpPr/>
            <p:nvPr/>
          </p:nvSpPr>
          <p:spPr>
            <a:xfrm>
              <a:off x="4132453" y="3239642"/>
              <a:ext cx="2897505" cy="548005"/>
            </a:xfrm>
            <a:custGeom>
              <a:avLst/>
              <a:gdLst/>
              <a:ahLst/>
              <a:cxnLst/>
              <a:rect l="l" t="t" r="r" b="b"/>
              <a:pathLst>
                <a:path w="2897504" h="548004">
                  <a:moveTo>
                    <a:pt x="2805938" y="0"/>
                  </a:moveTo>
                  <a:lnTo>
                    <a:pt x="91186" y="0"/>
                  </a:lnTo>
                  <a:lnTo>
                    <a:pt x="55721" y="7177"/>
                  </a:lnTo>
                  <a:lnTo>
                    <a:pt x="26733" y="26749"/>
                  </a:lnTo>
                  <a:lnTo>
                    <a:pt x="7175" y="55774"/>
                  </a:lnTo>
                  <a:lnTo>
                    <a:pt x="0" y="91312"/>
                  </a:lnTo>
                  <a:lnTo>
                    <a:pt x="0" y="456311"/>
                  </a:lnTo>
                  <a:lnTo>
                    <a:pt x="7175" y="491775"/>
                  </a:lnTo>
                  <a:lnTo>
                    <a:pt x="26733" y="520763"/>
                  </a:lnTo>
                  <a:lnTo>
                    <a:pt x="55721" y="540321"/>
                  </a:lnTo>
                  <a:lnTo>
                    <a:pt x="91186" y="547497"/>
                  </a:lnTo>
                  <a:lnTo>
                    <a:pt x="2805938" y="547497"/>
                  </a:lnTo>
                  <a:lnTo>
                    <a:pt x="2841476" y="540321"/>
                  </a:lnTo>
                  <a:lnTo>
                    <a:pt x="2870501" y="520763"/>
                  </a:lnTo>
                  <a:lnTo>
                    <a:pt x="2890073" y="491775"/>
                  </a:lnTo>
                  <a:lnTo>
                    <a:pt x="2897251" y="456311"/>
                  </a:lnTo>
                  <a:lnTo>
                    <a:pt x="2897251" y="91312"/>
                  </a:lnTo>
                  <a:lnTo>
                    <a:pt x="2890073" y="55774"/>
                  </a:lnTo>
                  <a:lnTo>
                    <a:pt x="2870501" y="26749"/>
                  </a:lnTo>
                  <a:lnTo>
                    <a:pt x="2841476" y="7177"/>
                  </a:lnTo>
                  <a:lnTo>
                    <a:pt x="280593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32453" y="3239642"/>
              <a:ext cx="2897505" cy="548005"/>
            </a:xfrm>
            <a:custGeom>
              <a:avLst/>
              <a:gdLst/>
              <a:ahLst/>
              <a:cxnLst/>
              <a:rect l="l" t="t" r="r" b="b"/>
              <a:pathLst>
                <a:path w="2897504" h="548004">
                  <a:moveTo>
                    <a:pt x="0" y="91312"/>
                  </a:moveTo>
                  <a:lnTo>
                    <a:pt x="7175" y="55774"/>
                  </a:lnTo>
                  <a:lnTo>
                    <a:pt x="26733" y="26749"/>
                  </a:lnTo>
                  <a:lnTo>
                    <a:pt x="55721" y="7177"/>
                  </a:lnTo>
                  <a:lnTo>
                    <a:pt x="91186" y="0"/>
                  </a:lnTo>
                  <a:lnTo>
                    <a:pt x="2805938" y="0"/>
                  </a:lnTo>
                  <a:lnTo>
                    <a:pt x="2841476" y="7177"/>
                  </a:lnTo>
                  <a:lnTo>
                    <a:pt x="2870501" y="26749"/>
                  </a:lnTo>
                  <a:lnTo>
                    <a:pt x="2890073" y="55774"/>
                  </a:lnTo>
                  <a:lnTo>
                    <a:pt x="2897251" y="91312"/>
                  </a:lnTo>
                  <a:lnTo>
                    <a:pt x="2897251" y="456311"/>
                  </a:lnTo>
                  <a:lnTo>
                    <a:pt x="2890073" y="491775"/>
                  </a:lnTo>
                  <a:lnTo>
                    <a:pt x="2870501" y="520763"/>
                  </a:lnTo>
                  <a:lnTo>
                    <a:pt x="2841476" y="540321"/>
                  </a:lnTo>
                  <a:lnTo>
                    <a:pt x="2805938" y="547497"/>
                  </a:lnTo>
                  <a:lnTo>
                    <a:pt x="91186" y="547497"/>
                  </a:lnTo>
                  <a:lnTo>
                    <a:pt x="55721" y="540321"/>
                  </a:lnTo>
                  <a:lnTo>
                    <a:pt x="26733" y="520763"/>
                  </a:lnTo>
                  <a:lnTo>
                    <a:pt x="7175" y="491775"/>
                  </a:lnTo>
                  <a:lnTo>
                    <a:pt x="0" y="456311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692772" y="4815840"/>
            <a:ext cx="3152140" cy="525780"/>
            <a:chOff x="6692772" y="4815840"/>
            <a:chExt cx="3152140" cy="525780"/>
          </a:xfrm>
        </p:grpSpPr>
        <p:sp>
          <p:nvSpPr>
            <p:cNvPr id="15" name="object 15"/>
            <p:cNvSpPr/>
            <p:nvPr/>
          </p:nvSpPr>
          <p:spPr>
            <a:xfrm>
              <a:off x="6699122" y="4822190"/>
              <a:ext cx="3139440" cy="513080"/>
            </a:xfrm>
            <a:custGeom>
              <a:avLst/>
              <a:gdLst/>
              <a:ahLst/>
              <a:cxnLst/>
              <a:rect l="l" t="t" r="r" b="b"/>
              <a:pathLst>
                <a:path w="3139440" h="513079">
                  <a:moveTo>
                    <a:pt x="3054096" y="0"/>
                  </a:moveTo>
                  <a:lnTo>
                    <a:pt x="85471" y="0"/>
                  </a:lnTo>
                  <a:lnTo>
                    <a:pt x="52238" y="6729"/>
                  </a:lnTo>
                  <a:lnTo>
                    <a:pt x="25066" y="25066"/>
                  </a:lnTo>
                  <a:lnTo>
                    <a:pt x="6729" y="52238"/>
                  </a:lnTo>
                  <a:lnTo>
                    <a:pt x="0" y="85471"/>
                  </a:lnTo>
                  <a:lnTo>
                    <a:pt x="0" y="427228"/>
                  </a:lnTo>
                  <a:lnTo>
                    <a:pt x="6729" y="460440"/>
                  </a:lnTo>
                  <a:lnTo>
                    <a:pt x="25066" y="487568"/>
                  </a:lnTo>
                  <a:lnTo>
                    <a:pt x="52238" y="505862"/>
                  </a:lnTo>
                  <a:lnTo>
                    <a:pt x="85471" y="512572"/>
                  </a:lnTo>
                  <a:lnTo>
                    <a:pt x="3054096" y="512572"/>
                  </a:lnTo>
                  <a:lnTo>
                    <a:pt x="3087308" y="505862"/>
                  </a:lnTo>
                  <a:lnTo>
                    <a:pt x="3114436" y="487568"/>
                  </a:lnTo>
                  <a:lnTo>
                    <a:pt x="3132730" y="460440"/>
                  </a:lnTo>
                  <a:lnTo>
                    <a:pt x="3139440" y="427228"/>
                  </a:lnTo>
                  <a:lnTo>
                    <a:pt x="3139440" y="85471"/>
                  </a:lnTo>
                  <a:lnTo>
                    <a:pt x="3132730" y="52238"/>
                  </a:lnTo>
                  <a:lnTo>
                    <a:pt x="3114436" y="25066"/>
                  </a:lnTo>
                  <a:lnTo>
                    <a:pt x="3087308" y="6729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99122" y="4822190"/>
              <a:ext cx="3139440" cy="513080"/>
            </a:xfrm>
            <a:custGeom>
              <a:avLst/>
              <a:gdLst/>
              <a:ahLst/>
              <a:cxnLst/>
              <a:rect l="l" t="t" r="r" b="b"/>
              <a:pathLst>
                <a:path w="3139440" h="513079">
                  <a:moveTo>
                    <a:pt x="0" y="85471"/>
                  </a:moveTo>
                  <a:lnTo>
                    <a:pt x="6729" y="52238"/>
                  </a:lnTo>
                  <a:lnTo>
                    <a:pt x="25066" y="25066"/>
                  </a:lnTo>
                  <a:lnTo>
                    <a:pt x="52238" y="6729"/>
                  </a:lnTo>
                  <a:lnTo>
                    <a:pt x="85471" y="0"/>
                  </a:lnTo>
                  <a:lnTo>
                    <a:pt x="3054096" y="0"/>
                  </a:lnTo>
                  <a:lnTo>
                    <a:pt x="3087308" y="6729"/>
                  </a:lnTo>
                  <a:lnTo>
                    <a:pt x="3114436" y="25066"/>
                  </a:lnTo>
                  <a:lnTo>
                    <a:pt x="3132730" y="52238"/>
                  </a:lnTo>
                  <a:lnTo>
                    <a:pt x="3139440" y="85471"/>
                  </a:lnTo>
                  <a:lnTo>
                    <a:pt x="3139440" y="427228"/>
                  </a:lnTo>
                  <a:lnTo>
                    <a:pt x="3132730" y="460440"/>
                  </a:lnTo>
                  <a:lnTo>
                    <a:pt x="3114436" y="487568"/>
                  </a:lnTo>
                  <a:lnTo>
                    <a:pt x="3087308" y="505862"/>
                  </a:lnTo>
                  <a:lnTo>
                    <a:pt x="3054096" y="512572"/>
                  </a:lnTo>
                  <a:lnTo>
                    <a:pt x="85471" y="512572"/>
                  </a:lnTo>
                  <a:lnTo>
                    <a:pt x="52238" y="505862"/>
                  </a:lnTo>
                  <a:lnTo>
                    <a:pt x="25066" y="487568"/>
                  </a:lnTo>
                  <a:lnTo>
                    <a:pt x="6729" y="460440"/>
                  </a:lnTo>
                  <a:lnTo>
                    <a:pt x="0" y="427228"/>
                  </a:lnTo>
                  <a:lnTo>
                    <a:pt x="0" y="85471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467222" y="4059173"/>
            <a:ext cx="2910205" cy="525145"/>
            <a:chOff x="5467222" y="4059173"/>
            <a:chExt cx="2910205" cy="525145"/>
          </a:xfrm>
        </p:grpSpPr>
        <p:sp>
          <p:nvSpPr>
            <p:cNvPr id="18" name="object 18"/>
            <p:cNvSpPr/>
            <p:nvPr/>
          </p:nvSpPr>
          <p:spPr>
            <a:xfrm>
              <a:off x="5473572" y="4065523"/>
              <a:ext cx="2897505" cy="512445"/>
            </a:xfrm>
            <a:custGeom>
              <a:avLst/>
              <a:gdLst/>
              <a:ahLst/>
              <a:cxnLst/>
              <a:rect l="l" t="t" r="r" b="b"/>
              <a:pathLst>
                <a:path w="2897504" h="512445">
                  <a:moveTo>
                    <a:pt x="2811779" y="0"/>
                  </a:moveTo>
                  <a:lnTo>
                    <a:pt x="85471" y="0"/>
                  </a:lnTo>
                  <a:lnTo>
                    <a:pt x="52185" y="6709"/>
                  </a:lnTo>
                  <a:lnTo>
                    <a:pt x="25018" y="25003"/>
                  </a:lnTo>
                  <a:lnTo>
                    <a:pt x="6711" y="52131"/>
                  </a:lnTo>
                  <a:lnTo>
                    <a:pt x="0" y="85343"/>
                  </a:lnTo>
                  <a:lnTo>
                    <a:pt x="0" y="427100"/>
                  </a:lnTo>
                  <a:lnTo>
                    <a:pt x="6711" y="460313"/>
                  </a:lnTo>
                  <a:lnTo>
                    <a:pt x="25018" y="487441"/>
                  </a:lnTo>
                  <a:lnTo>
                    <a:pt x="52185" y="505735"/>
                  </a:lnTo>
                  <a:lnTo>
                    <a:pt x="85471" y="512444"/>
                  </a:lnTo>
                  <a:lnTo>
                    <a:pt x="2811779" y="512444"/>
                  </a:lnTo>
                  <a:lnTo>
                    <a:pt x="2845012" y="505735"/>
                  </a:lnTo>
                  <a:lnTo>
                    <a:pt x="2872184" y="487441"/>
                  </a:lnTo>
                  <a:lnTo>
                    <a:pt x="2890521" y="460313"/>
                  </a:lnTo>
                  <a:lnTo>
                    <a:pt x="2897251" y="427100"/>
                  </a:lnTo>
                  <a:lnTo>
                    <a:pt x="2897251" y="85343"/>
                  </a:lnTo>
                  <a:lnTo>
                    <a:pt x="2890521" y="52131"/>
                  </a:lnTo>
                  <a:lnTo>
                    <a:pt x="2872184" y="25003"/>
                  </a:lnTo>
                  <a:lnTo>
                    <a:pt x="2845012" y="6709"/>
                  </a:lnTo>
                  <a:lnTo>
                    <a:pt x="281177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73572" y="4065523"/>
              <a:ext cx="2897505" cy="512445"/>
            </a:xfrm>
            <a:custGeom>
              <a:avLst/>
              <a:gdLst/>
              <a:ahLst/>
              <a:cxnLst/>
              <a:rect l="l" t="t" r="r" b="b"/>
              <a:pathLst>
                <a:path w="2897504" h="512445">
                  <a:moveTo>
                    <a:pt x="0" y="85343"/>
                  </a:moveTo>
                  <a:lnTo>
                    <a:pt x="6711" y="52131"/>
                  </a:lnTo>
                  <a:lnTo>
                    <a:pt x="25018" y="25003"/>
                  </a:lnTo>
                  <a:lnTo>
                    <a:pt x="52185" y="6709"/>
                  </a:lnTo>
                  <a:lnTo>
                    <a:pt x="85471" y="0"/>
                  </a:lnTo>
                  <a:lnTo>
                    <a:pt x="2811779" y="0"/>
                  </a:lnTo>
                  <a:lnTo>
                    <a:pt x="2845012" y="6709"/>
                  </a:lnTo>
                  <a:lnTo>
                    <a:pt x="2872184" y="25003"/>
                  </a:lnTo>
                  <a:lnTo>
                    <a:pt x="2890521" y="52131"/>
                  </a:lnTo>
                  <a:lnTo>
                    <a:pt x="2897251" y="85343"/>
                  </a:lnTo>
                  <a:lnTo>
                    <a:pt x="2897251" y="427100"/>
                  </a:lnTo>
                  <a:lnTo>
                    <a:pt x="2890521" y="460313"/>
                  </a:lnTo>
                  <a:lnTo>
                    <a:pt x="2872184" y="487441"/>
                  </a:lnTo>
                  <a:lnTo>
                    <a:pt x="2845012" y="505735"/>
                  </a:lnTo>
                  <a:lnTo>
                    <a:pt x="2811779" y="512444"/>
                  </a:lnTo>
                  <a:lnTo>
                    <a:pt x="85471" y="512444"/>
                  </a:lnTo>
                  <a:lnTo>
                    <a:pt x="52185" y="505735"/>
                  </a:lnTo>
                  <a:lnTo>
                    <a:pt x="25018" y="487441"/>
                  </a:lnTo>
                  <a:lnTo>
                    <a:pt x="6711" y="460313"/>
                  </a:lnTo>
                  <a:lnTo>
                    <a:pt x="0" y="427100"/>
                  </a:lnTo>
                  <a:lnTo>
                    <a:pt x="0" y="85343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6692772" y="5533009"/>
            <a:ext cx="3152140" cy="525780"/>
            <a:chOff x="6692772" y="5533009"/>
            <a:chExt cx="3152140" cy="525780"/>
          </a:xfrm>
        </p:grpSpPr>
        <p:sp>
          <p:nvSpPr>
            <p:cNvPr id="21" name="object 21"/>
            <p:cNvSpPr/>
            <p:nvPr/>
          </p:nvSpPr>
          <p:spPr>
            <a:xfrm>
              <a:off x="6699122" y="5539359"/>
              <a:ext cx="3139440" cy="513080"/>
            </a:xfrm>
            <a:custGeom>
              <a:avLst/>
              <a:gdLst/>
              <a:ahLst/>
              <a:cxnLst/>
              <a:rect l="l" t="t" r="r" b="b"/>
              <a:pathLst>
                <a:path w="3139440" h="513079">
                  <a:moveTo>
                    <a:pt x="3054096" y="0"/>
                  </a:moveTo>
                  <a:lnTo>
                    <a:pt x="85471" y="0"/>
                  </a:lnTo>
                  <a:lnTo>
                    <a:pt x="52238" y="6709"/>
                  </a:lnTo>
                  <a:lnTo>
                    <a:pt x="25066" y="25007"/>
                  </a:lnTo>
                  <a:lnTo>
                    <a:pt x="6729" y="52147"/>
                  </a:lnTo>
                  <a:lnTo>
                    <a:pt x="0" y="85382"/>
                  </a:lnTo>
                  <a:lnTo>
                    <a:pt x="0" y="427075"/>
                  </a:lnTo>
                  <a:lnTo>
                    <a:pt x="6729" y="460328"/>
                  </a:lnTo>
                  <a:lnTo>
                    <a:pt x="25066" y="487484"/>
                  </a:lnTo>
                  <a:lnTo>
                    <a:pt x="52238" y="505794"/>
                  </a:lnTo>
                  <a:lnTo>
                    <a:pt x="85471" y="512508"/>
                  </a:lnTo>
                  <a:lnTo>
                    <a:pt x="3054096" y="512508"/>
                  </a:lnTo>
                  <a:lnTo>
                    <a:pt x="3087308" y="505794"/>
                  </a:lnTo>
                  <a:lnTo>
                    <a:pt x="3114436" y="487484"/>
                  </a:lnTo>
                  <a:lnTo>
                    <a:pt x="3132730" y="460328"/>
                  </a:lnTo>
                  <a:lnTo>
                    <a:pt x="3139440" y="427075"/>
                  </a:lnTo>
                  <a:lnTo>
                    <a:pt x="3139440" y="85382"/>
                  </a:lnTo>
                  <a:lnTo>
                    <a:pt x="3132730" y="52147"/>
                  </a:lnTo>
                  <a:lnTo>
                    <a:pt x="3114436" y="25007"/>
                  </a:lnTo>
                  <a:lnTo>
                    <a:pt x="3087308" y="6709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99122" y="5539359"/>
              <a:ext cx="3139440" cy="513080"/>
            </a:xfrm>
            <a:custGeom>
              <a:avLst/>
              <a:gdLst/>
              <a:ahLst/>
              <a:cxnLst/>
              <a:rect l="l" t="t" r="r" b="b"/>
              <a:pathLst>
                <a:path w="3139440" h="513079">
                  <a:moveTo>
                    <a:pt x="0" y="85382"/>
                  </a:moveTo>
                  <a:lnTo>
                    <a:pt x="6729" y="52147"/>
                  </a:lnTo>
                  <a:lnTo>
                    <a:pt x="25066" y="25007"/>
                  </a:lnTo>
                  <a:lnTo>
                    <a:pt x="52238" y="6709"/>
                  </a:lnTo>
                  <a:lnTo>
                    <a:pt x="85471" y="0"/>
                  </a:lnTo>
                  <a:lnTo>
                    <a:pt x="3054096" y="0"/>
                  </a:lnTo>
                  <a:lnTo>
                    <a:pt x="3087308" y="6709"/>
                  </a:lnTo>
                  <a:lnTo>
                    <a:pt x="3114436" y="25007"/>
                  </a:lnTo>
                  <a:lnTo>
                    <a:pt x="3132730" y="52147"/>
                  </a:lnTo>
                  <a:lnTo>
                    <a:pt x="3139440" y="85382"/>
                  </a:lnTo>
                  <a:lnTo>
                    <a:pt x="3139440" y="427075"/>
                  </a:lnTo>
                  <a:lnTo>
                    <a:pt x="3132730" y="460328"/>
                  </a:lnTo>
                  <a:lnTo>
                    <a:pt x="3114436" y="487484"/>
                  </a:lnTo>
                  <a:lnTo>
                    <a:pt x="3087308" y="505794"/>
                  </a:lnTo>
                  <a:lnTo>
                    <a:pt x="3054096" y="512508"/>
                  </a:lnTo>
                  <a:lnTo>
                    <a:pt x="85471" y="512508"/>
                  </a:lnTo>
                  <a:lnTo>
                    <a:pt x="52238" y="505794"/>
                  </a:lnTo>
                  <a:lnTo>
                    <a:pt x="25066" y="487484"/>
                  </a:lnTo>
                  <a:lnTo>
                    <a:pt x="6729" y="460328"/>
                  </a:lnTo>
                  <a:lnTo>
                    <a:pt x="0" y="427075"/>
                  </a:lnTo>
                  <a:lnTo>
                    <a:pt x="0" y="85382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8924290" y="6193916"/>
            <a:ext cx="2910205" cy="444500"/>
            <a:chOff x="8924290" y="6193916"/>
            <a:chExt cx="2910205" cy="444500"/>
          </a:xfrm>
        </p:grpSpPr>
        <p:sp>
          <p:nvSpPr>
            <p:cNvPr id="24" name="object 24"/>
            <p:cNvSpPr/>
            <p:nvPr/>
          </p:nvSpPr>
          <p:spPr>
            <a:xfrm>
              <a:off x="8930640" y="6200266"/>
              <a:ext cx="2897505" cy="431800"/>
            </a:xfrm>
            <a:custGeom>
              <a:avLst/>
              <a:gdLst/>
              <a:ahLst/>
              <a:cxnLst/>
              <a:rect l="l" t="t" r="r" b="b"/>
              <a:pathLst>
                <a:path w="2897504" h="431800">
                  <a:moveTo>
                    <a:pt x="2825241" y="0"/>
                  </a:moveTo>
                  <a:lnTo>
                    <a:pt x="71881" y="0"/>
                  </a:lnTo>
                  <a:lnTo>
                    <a:pt x="43934" y="5653"/>
                  </a:lnTo>
                  <a:lnTo>
                    <a:pt x="21081" y="21069"/>
                  </a:lnTo>
                  <a:lnTo>
                    <a:pt x="5659" y="43934"/>
                  </a:lnTo>
                  <a:lnTo>
                    <a:pt x="0" y="71932"/>
                  </a:lnTo>
                  <a:lnTo>
                    <a:pt x="0" y="359613"/>
                  </a:lnTo>
                  <a:lnTo>
                    <a:pt x="5659" y="387609"/>
                  </a:lnTo>
                  <a:lnTo>
                    <a:pt x="21082" y="410470"/>
                  </a:lnTo>
                  <a:lnTo>
                    <a:pt x="43934" y="425882"/>
                  </a:lnTo>
                  <a:lnTo>
                    <a:pt x="71881" y="431533"/>
                  </a:lnTo>
                  <a:lnTo>
                    <a:pt x="2825241" y="431533"/>
                  </a:lnTo>
                  <a:lnTo>
                    <a:pt x="2853263" y="425882"/>
                  </a:lnTo>
                  <a:lnTo>
                    <a:pt x="2876153" y="410470"/>
                  </a:lnTo>
                  <a:lnTo>
                    <a:pt x="2891589" y="387609"/>
                  </a:lnTo>
                  <a:lnTo>
                    <a:pt x="2897251" y="359613"/>
                  </a:lnTo>
                  <a:lnTo>
                    <a:pt x="2897251" y="71932"/>
                  </a:lnTo>
                  <a:lnTo>
                    <a:pt x="2891589" y="43934"/>
                  </a:lnTo>
                  <a:lnTo>
                    <a:pt x="2876153" y="21069"/>
                  </a:lnTo>
                  <a:lnTo>
                    <a:pt x="2853263" y="5653"/>
                  </a:lnTo>
                  <a:lnTo>
                    <a:pt x="2825241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930640" y="6200266"/>
              <a:ext cx="2897505" cy="431800"/>
            </a:xfrm>
            <a:custGeom>
              <a:avLst/>
              <a:gdLst/>
              <a:ahLst/>
              <a:cxnLst/>
              <a:rect l="l" t="t" r="r" b="b"/>
              <a:pathLst>
                <a:path w="2897504" h="431800">
                  <a:moveTo>
                    <a:pt x="0" y="71932"/>
                  </a:moveTo>
                  <a:lnTo>
                    <a:pt x="5659" y="43934"/>
                  </a:lnTo>
                  <a:lnTo>
                    <a:pt x="21081" y="21069"/>
                  </a:lnTo>
                  <a:lnTo>
                    <a:pt x="43934" y="5653"/>
                  </a:lnTo>
                  <a:lnTo>
                    <a:pt x="71881" y="0"/>
                  </a:lnTo>
                  <a:lnTo>
                    <a:pt x="2825241" y="0"/>
                  </a:lnTo>
                  <a:lnTo>
                    <a:pt x="2853263" y="5653"/>
                  </a:lnTo>
                  <a:lnTo>
                    <a:pt x="2876153" y="21069"/>
                  </a:lnTo>
                  <a:lnTo>
                    <a:pt x="2891589" y="43934"/>
                  </a:lnTo>
                  <a:lnTo>
                    <a:pt x="2897251" y="71932"/>
                  </a:lnTo>
                  <a:lnTo>
                    <a:pt x="2897251" y="359613"/>
                  </a:lnTo>
                  <a:lnTo>
                    <a:pt x="2891589" y="387609"/>
                  </a:lnTo>
                  <a:lnTo>
                    <a:pt x="2876153" y="410470"/>
                  </a:lnTo>
                  <a:lnTo>
                    <a:pt x="2853263" y="425882"/>
                  </a:lnTo>
                  <a:lnTo>
                    <a:pt x="2825241" y="431533"/>
                  </a:lnTo>
                  <a:lnTo>
                    <a:pt x="71881" y="431533"/>
                  </a:lnTo>
                  <a:lnTo>
                    <a:pt x="43934" y="425882"/>
                  </a:lnTo>
                  <a:lnTo>
                    <a:pt x="21082" y="410470"/>
                  </a:lnTo>
                  <a:lnTo>
                    <a:pt x="5659" y="387609"/>
                  </a:lnTo>
                  <a:lnTo>
                    <a:pt x="0" y="359613"/>
                  </a:lnTo>
                  <a:lnTo>
                    <a:pt x="0" y="71932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184654" y="635000"/>
            <a:ext cx="9524365" cy="5965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MaterialApp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400">
              <a:latin typeface="Trebuchet MS"/>
              <a:cs typeface="Trebuchet MS"/>
            </a:endParaRPr>
          </a:p>
          <a:p>
            <a:pPr marL="1474470">
              <a:lnSpc>
                <a:spcPct val="100000"/>
              </a:lnSpc>
              <a:spcBef>
                <a:spcPts val="5"/>
              </a:spcBef>
            </a:pPr>
            <a:r>
              <a:rPr dirty="0" sz="2400" spc="-45">
                <a:solidFill>
                  <a:srgbClr val="FFFFFF"/>
                </a:solidFill>
                <a:latin typeface="Trebuchet MS"/>
                <a:cs typeface="Trebuchet MS"/>
              </a:rPr>
              <a:t>Scaffold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400">
              <a:latin typeface="Trebuchet MS"/>
              <a:cs typeface="Trebuchet MS"/>
            </a:endParaRPr>
          </a:p>
          <a:p>
            <a:pPr algn="ctr" marR="2720975">
              <a:lnSpc>
                <a:spcPct val="100000"/>
              </a:lnSpc>
            </a:pP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AppBar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400">
              <a:latin typeface="Trebuchet MS"/>
              <a:cs typeface="Trebuchet MS"/>
            </a:endParaRPr>
          </a:p>
          <a:p>
            <a:pPr algn="ctr" marR="2722880">
              <a:lnSpc>
                <a:spcPct val="100000"/>
              </a:lnSpc>
            </a:pP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Body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(Center)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400">
              <a:latin typeface="Trebuchet MS"/>
              <a:cs typeface="Trebuchet MS"/>
            </a:endParaRPr>
          </a:p>
          <a:p>
            <a:pPr algn="ctr" marR="38735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Column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400">
              <a:latin typeface="Trebuchet MS"/>
              <a:cs typeface="Trebuchet MS"/>
            </a:endParaRPr>
          </a:p>
          <a:p>
            <a:pPr algn="ctr" marL="2644140">
              <a:lnSpc>
                <a:spcPct val="100000"/>
              </a:lnSpc>
            </a:pP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dirty="0" sz="24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(“Hello”)</a:t>
            </a:r>
            <a:endParaRPr sz="2400">
              <a:latin typeface="Trebuchet MS"/>
              <a:cs typeface="Trebuchet MS"/>
            </a:endParaRPr>
          </a:p>
          <a:p>
            <a:pPr algn="ctr" marL="2644140">
              <a:lnSpc>
                <a:spcPct val="100000"/>
              </a:lnSpc>
              <a:spcBef>
                <a:spcPts val="2765"/>
              </a:spcBef>
            </a:pPr>
            <a:r>
              <a:rPr dirty="0" sz="2400" spc="-55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dirty="0" sz="24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(“2”)</a:t>
            </a:r>
            <a:endParaRPr sz="24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2010"/>
              </a:spcBef>
            </a:pPr>
            <a:r>
              <a:rPr dirty="0" sz="2400" spc="-60">
                <a:solidFill>
                  <a:srgbClr val="FFFFFF"/>
                </a:solidFill>
                <a:latin typeface="Trebuchet MS"/>
                <a:cs typeface="Trebuchet MS"/>
              </a:rPr>
              <a:t>FloatingActionButton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69771" y="839469"/>
            <a:ext cx="7661275" cy="5614670"/>
          </a:xfrm>
          <a:custGeom>
            <a:avLst/>
            <a:gdLst/>
            <a:ahLst/>
            <a:cxnLst/>
            <a:rect l="l" t="t" r="r" b="b"/>
            <a:pathLst>
              <a:path w="7661275" h="5614670">
                <a:moveTo>
                  <a:pt x="7660868" y="5576570"/>
                </a:moveTo>
                <a:lnTo>
                  <a:pt x="7654518" y="5573395"/>
                </a:lnTo>
                <a:lnTo>
                  <a:pt x="7584668" y="5538470"/>
                </a:lnTo>
                <a:lnTo>
                  <a:pt x="7584668" y="5573395"/>
                </a:lnTo>
                <a:lnTo>
                  <a:pt x="1177391" y="5573395"/>
                </a:lnTo>
                <a:lnTo>
                  <a:pt x="1177391" y="900811"/>
                </a:lnTo>
                <a:lnTo>
                  <a:pt x="1182344" y="900811"/>
                </a:lnTo>
                <a:lnTo>
                  <a:pt x="1182344" y="1738884"/>
                </a:lnTo>
                <a:lnTo>
                  <a:pt x="1182344" y="2675763"/>
                </a:lnTo>
                <a:lnTo>
                  <a:pt x="1183741" y="2677160"/>
                </a:lnTo>
                <a:lnTo>
                  <a:pt x="2630906" y="2677160"/>
                </a:lnTo>
                <a:lnTo>
                  <a:pt x="2630906" y="3483991"/>
                </a:lnTo>
                <a:lnTo>
                  <a:pt x="2632303" y="3485388"/>
                </a:lnTo>
                <a:lnTo>
                  <a:pt x="3972026" y="3485388"/>
                </a:lnTo>
                <a:lnTo>
                  <a:pt x="3972026" y="4240784"/>
                </a:lnTo>
                <a:lnTo>
                  <a:pt x="3972026" y="4957877"/>
                </a:lnTo>
                <a:lnTo>
                  <a:pt x="3973423" y="4959299"/>
                </a:lnTo>
                <a:lnTo>
                  <a:pt x="5353151" y="4959299"/>
                </a:lnTo>
                <a:lnTo>
                  <a:pt x="5353151" y="4994224"/>
                </a:lnTo>
                <a:lnTo>
                  <a:pt x="5423001" y="4959299"/>
                </a:lnTo>
                <a:lnTo>
                  <a:pt x="5429351" y="4956124"/>
                </a:lnTo>
                <a:lnTo>
                  <a:pt x="5423001" y="4952949"/>
                </a:lnTo>
                <a:lnTo>
                  <a:pt x="5353151" y="4918024"/>
                </a:lnTo>
                <a:lnTo>
                  <a:pt x="5353151" y="4952949"/>
                </a:lnTo>
                <a:lnTo>
                  <a:pt x="3978376" y="4952949"/>
                </a:lnTo>
                <a:lnTo>
                  <a:pt x="3978376" y="4242181"/>
                </a:lnTo>
                <a:lnTo>
                  <a:pt x="5353151" y="4242181"/>
                </a:lnTo>
                <a:lnTo>
                  <a:pt x="5353151" y="4277106"/>
                </a:lnTo>
                <a:lnTo>
                  <a:pt x="5423001" y="4242181"/>
                </a:lnTo>
                <a:lnTo>
                  <a:pt x="5429351" y="4239006"/>
                </a:lnTo>
                <a:lnTo>
                  <a:pt x="5423001" y="4235831"/>
                </a:lnTo>
                <a:lnTo>
                  <a:pt x="5353151" y="4200906"/>
                </a:lnTo>
                <a:lnTo>
                  <a:pt x="5353151" y="4235831"/>
                </a:lnTo>
                <a:lnTo>
                  <a:pt x="3978376" y="4235831"/>
                </a:lnTo>
                <a:lnTo>
                  <a:pt x="3978376" y="3485388"/>
                </a:lnTo>
                <a:lnTo>
                  <a:pt x="4127601" y="3485388"/>
                </a:lnTo>
                <a:lnTo>
                  <a:pt x="4127601" y="3520313"/>
                </a:lnTo>
                <a:lnTo>
                  <a:pt x="4197451" y="3485388"/>
                </a:lnTo>
                <a:lnTo>
                  <a:pt x="4203801" y="3485388"/>
                </a:lnTo>
                <a:lnTo>
                  <a:pt x="4203801" y="3482213"/>
                </a:lnTo>
                <a:lnTo>
                  <a:pt x="4203801" y="3479038"/>
                </a:lnTo>
                <a:lnTo>
                  <a:pt x="4197451" y="3479038"/>
                </a:lnTo>
                <a:lnTo>
                  <a:pt x="4127601" y="3444113"/>
                </a:lnTo>
                <a:lnTo>
                  <a:pt x="4127601" y="3479038"/>
                </a:lnTo>
                <a:lnTo>
                  <a:pt x="3973423" y="3479038"/>
                </a:lnTo>
                <a:lnTo>
                  <a:pt x="2637256" y="3479038"/>
                </a:lnTo>
                <a:lnTo>
                  <a:pt x="2637256" y="2677160"/>
                </a:lnTo>
                <a:lnTo>
                  <a:pt x="2786481" y="2677160"/>
                </a:lnTo>
                <a:lnTo>
                  <a:pt x="2786481" y="2712085"/>
                </a:lnTo>
                <a:lnTo>
                  <a:pt x="2856331" y="2677160"/>
                </a:lnTo>
                <a:lnTo>
                  <a:pt x="2862681" y="2677160"/>
                </a:lnTo>
                <a:lnTo>
                  <a:pt x="2862681" y="2673985"/>
                </a:lnTo>
                <a:lnTo>
                  <a:pt x="2862681" y="2670810"/>
                </a:lnTo>
                <a:lnTo>
                  <a:pt x="2856331" y="2670810"/>
                </a:lnTo>
                <a:lnTo>
                  <a:pt x="2786481" y="2635885"/>
                </a:lnTo>
                <a:lnTo>
                  <a:pt x="2786481" y="2670810"/>
                </a:lnTo>
                <a:lnTo>
                  <a:pt x="2632303" y="2670810"/>
                </a:lnTo>
                <a:lnTo>
                  <a:pt x="1188694" y="2670810"/>
                </a:lnTo>
                <a:lnTo>
                  <a:pt x="1188694" y="1740281"/>
                </a:lnTo>
                <a:lnTo>
                  <a:pt x="2786481" y="1740281"/>
                </a:lnTo>
                <a:lnTo>
                  <a:pt x="2786481" y="1775206"/>
                </a:lnTo>
                <a:lnTo>
                  <a:pt x="2856331" y="1740281"/>
                </a:lnTo>
                <a:lnTo>
                  <a:pt x="2862681" y="1737106"/>
                </a:lnTo>
                <a:lnTo>
                  <a:pt x="2856331" y="1733931"/>
                </a:lnTo>
                <a:lnTo>
                  <a:pt x="2786481" y="1699006"/>
                </a:lnTo>
                <a:lnTo>
                  <a:pt x="2786481" y="1733931"/>
                </a:lnTo>
                <a:lnTo>
                  <a:pt x="1188694" y="1733931"/>
                </a:lnTo>
                <a:lnTo>
                  <a:pt x="1188694" y="900811"/>
                </a:lnTo>
                <a:lnTo>
                  <a:pt x="1309852" y="900811"/>
                </a:lnTo>
                <a:lnTo>
                  <a:pt x="1337919" y="900811"/>
                </a:lnTo>
                <a:lnTo>
                  <a:pt x="1337919" y="935736"/>
                </a:lnTo>
                <a:lnTo>
                  <a:pt x="1407769" y="900811"/>
                </a:lnTo>
                <a:lnTo>
                  <a:pt x="1414119" y="900811"/>
                </a:lnTo>
                <a:lnTo>
                  <a:pt x="1414119" y="897636"/>
                </a:lnTo>
                <a:lnTo>
                  <a:pt x="1414119" y="894461"/>
                </a:lnTo>
                <a:lnTo>
                  <a:pt x="1407769" y="894461"/>
                </a:lnTo>
                <a:lnTo>
                  <a:pt x="1337919" y="859536"/>
                </a:lnTo>
                <a:lnTo>
                  <a:pt x="1337919" y="894461"/>
                </a:lnTo>
                <a:lnTo>
                  <a:pt x="1309852" y="894461"/>
                </a:lnTo>
                <a:lnTo>
                  <a:pt x="1183741" y="894461"/>
                </a:lnTo>
                <a:lnTo>
                  <a:pt x="1172565" y="894461"/>
                </a:lnTo>
                <a:lnTo>
                  <a:pt x="6324" y="894461"/>
                </a:lnTo>
                <a:lnTo>
                  <a:pt x="6324" y="6350"/>
                </a:lnTo>
                <a:lnTo>
                  <a:pt x="231749" y="6350"/>
                </a:lnTo>
                <a:lnTo>
                  <a:pt x="231749" y="3175"/>
                </a:lnTo>
                <a:lnTo>
                  <a:pt x="231749" y="0"/>
                </a:lnTo>
                <a:lnTo>
                  <a:pt x="1371" y="0"/>
                </a:lnTo>
                <a:lnTo>
                  <a:pt x="0" y="1397"/>
                </a:lnTo>
                <a:lnTo>
                  <a:pt x="0" y="899414"/>
                </a:lnTo>
                <a:lnTo>
                  <a:pt x="1371" y="900811"/>
                </a:lnTo>
                <a:lnTo>
                  <a:pt x="1171041" y="900811"/>
                </a:lnTo>
                <a:lnTo>
                  <a:pt x="1171041" y="5578322"/>
                </a:lnTo>
                <a:lnTo>
                  <a:pt x="1172565" y="5579745"/>
                </a:lnTo>
                <a:lnTo>
                  <a:pt x="7584668" y="5579745"/>
                </a:lnTo>
                <a:lnTo>
                  <a:pt x="7584668" y="5614670"/>
                </a:lnTo>
                <a:lnTo>
                  <a:pt x="7654518" y="5579745"/>
                </a:lnTo>
                <a:lnTo>
                  <a:pt x="7660868" y="5576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FE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Nurul Amera Binti Muhamad Nazmi</dc:creator>
  <dc:title>Chapter 2 – part 1</dc:title>
  <dcterms:created xsi:type="dcterms:W3CDTF">2026-06-19T09:38:34Z</dcterms:created>
  <dcterms:modified xsi:type="dcterms:W3CDTF">2026-06-19T09:38:34Z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2025-10-06T00:00:00Z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